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95" r:id="rId5"/>
    <p:sldId id="959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392" userDrawn="1">
          <p15:clr>
            <a:srgbClr val="A4A3A4"/>
          </p15:clr>
        </p15:guide>
        <p15:guide id="5" pos="1200" userDrawn="1">
          <p15:clr>
            <a:srgbClr val="A4A3A4"/>
          </p15:clr>
        </p15:guide>
        <p15:guide id="6" pos="6384" userDrawn="1">
          <p15:clr>
            <a:srgbClr val="A4A3A4"/>
          </p15:clr>
        </p15:guide>
        <p15:guide id="7" orient="horz" pos="3744" userDrawn="1">
          <p15:clr>
            <a:srgbClr val="A4A3A4"/>
          </p15:clr>
        </p15:guide>
        <p15:guide id="8" orient="horz" pos="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B7DC"/>
    <a:srgbClr val="04589F"/>
    <a:srgbClr val="30D1FF"/>
    <a:srgbClr val="005B9E"/>
    <a:srgbClr val="00305A"/>
    <a:srgbClr val="0070C0"/>
    <a:srgbClr val="0370FE"/>
    <a:srgbClr val="025B9E"/>
    <a:srgbClr val="97B8DC"/>
    <a:srgbClr val="6E88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66"/>
    <p:restoredTop sz="96654"/>
  </p:normalViewPr>
  <p:slideViewPr>
    <p:cSldViewPr snapToGrid="0">
      <p:cViewPr varScale="1">
        <p:scale>
          <a:sx n="132" d="100"/>
          <a:sy n="132" d="100"/>
        </p:scale>
        <p:origin x="280" y="160"/>
      </p:cViewPr>
      <p:guideLst>
        <p:guide orient="horz" pos="3216"/>
        <p:guide pos="3840"/>
        <p:guide pos="1392"/>
        <p:guide pos="1200"/>
        <p:guide pos="6384"/>
        <p:guide orient="horz" pos="3744"/>
        <p:guide orient="horz" pos="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D39B9D-168E-8C4D-A3D6-73F6C7CF49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200EF-4BC2-C449-BF80-503A58C2C0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AFFCC-9DA3-3A4C-8521-FD6F69A17474}" type="datetimeFigureOut">
              <a:rPr lang="en-US" smtClean="0"/>
              <a:t>8/14/23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BAAAA-9FC6-574D-968E-DDCB27419F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B05FB-0DFE-9041-9083-2630E902E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C0BC0-DE64-EE4A-801F-6E0690908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18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E3E59-265C-F647-951E-CCF2602826BF}" type="datetimeFigureOut">
              <a:rPr lang="en-US" smtClean="0"/>
              <a:t>8/14/23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9E520-80FD-9E4A-A779-E99A2DC8B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62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9E520-80FD-9E4A-A779-E99A2DC8BF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63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88707-13C5-0D44-A6CC-0F7089BF74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77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emf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DE06-CA66-F44C-8E75-A301A0486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9834" y="2307112"/>
            <a:ext cx="5845653" cy="2769989"/>
          </a:xfrm>
        </p:spPr>
        <p:txBody>
          <a:bodyPr wrap="square" anchor="b">
            <a:spAutoFit/>
          </a:bodyPr>
          <a:lstStyle>
            <a:lvl1pPr algn="l">
              <a:lnSpc>
                <a:spcPts val="7200"/>
              </a:lnSpc>
              <a:defRPr sz="7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3E1A-E9C8-9B4C-ABB3-04A68ED4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834" y="5318827"/>
            <a:ext cx="9144000" cy="221214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1800" b="0" i="0" baseline="0">
                <a:latin typeface="Roboto Th" pitchFamily="2" charset="0"/>
                <a:ea typeface="Roboto Th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49AF2F-1CD8-6E4E-9C09-917AD366DF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834" y="1246688"/>
            <a:ext cx="2463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86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E7C7D72-47C5-E540-9B59-13A1E3585B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56DE3-95C2-F144-AF42-D406259A97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5556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8DE06-CA66-F44C-8E75-A301A0486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0407" y="2378383"/>
            <a:ext cx="5845653" cy="2769989"/>
          </a:xfrm>
        </p:spPr>
        <p:txBody>
          <a:bodyPr wrap="square" anchor="b">
            <a:spAutoFit/>
          </a:bodyPr>
          <a:lstStyle>
            <a:lvl1pPr algn="l">
              <a:lnSpc>
                <a:spcPts val="7200"/>
              </a:lnSpc>
              <a:defRPr sz="7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3E1A-E9C8-9B4C-ABB3-04A68ED4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07" y="5390098"/>
            <a:ext cx="9144000" cy="221214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1800" b="0" i="0" baseline="0">
                <a:latin typeface="Roboto Th" pitchFamily="2" charset="0"/>
                <a:ea typeface="Roboto Th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49AF2F-1CD8-6E4E-9C09-917AD366DF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0407" y="1246688"/>
            <a:ext cx="2463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80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A92A39-BB1E-A04D-9C5D-A4870C31B4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C26F08-6850-6547-BF63-C370F3E1EF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00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8DE06-CA66-F44C-8E75-A301A0486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0007" y="2257688"/>
            <a:ext cx="4805993" cy="2769989"/>
          </a:xfrm>
        </p:spPr>
        <p:txBody>
          <a:bodyPr wrap="square" anchor="b">
            <a:spAutoFit/>
          </a:bodyPr>
          <a:lstStyle>
            <a:lvl1pPr algn="l">
              <a:lnSpc>
                <a:spcPts val="7200"/>
              </a:lnSpc>
              <a:defRPr sz="7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3E1A-E9C8-9B4C-ABB3-04A68ED4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007" y="5269403"/>
            <a:ext cx="4805993" cy="221214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 i="0" baseline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49AF2F-1CD8-6E4E-9C09-917AD366D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lum bright="100000" contrast="100000"/>
            <a:alphaModFix/>
          </a:blip>
          <a:stretch>
            <a:fillRect/>
          </a:stretch>
        </p:blipFill>
        <p:spPr>
          <a:xfrm>
            <a:off x="1290007" y="1246688"/>
            <a:ext cx="2463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98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58B9A2-201F-2A49-8D64-037D18CBB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8DE06-CA66-F44C-8E75-A301A0486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5207" y="2133600"/>
            <a:ext cx="5845653" cy="2769989"/>
          </a:xfrm>
        </p:spPr>
        <p:txBody>
          <a:bodyPr wrap="square" anchor="b">
            <a:spAutoFit/>
          </a:bodyPr>
          <a:lstStyle>
            <a:lvl1pPr algn="l">
              <a:lnSpc>
                <a:spcPts val="7200"/>
              </a:lnSpc>
              <a:defRPr sz="7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3E1A-E9C8-9B4C-ABB3-04A68ED4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207" y="5145315"/>
            <a:ext cx="9144000" cy="221214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1800" b="0" i="0" baseline="0">
                <a:latin typeface="Roboto Th" pitchFamily="2" charset="0"/>
                <a:ea typeface="Roboto Th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49AF2F-1CD8-6E4E-9C09-917AD366DF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5207" y="1246688"/>
            <a:ext cx="2463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14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39C287-A953-434B-9C90-506DD73E35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78DE06-CA66-F44C-8E75-A301A04862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0" y="2044005"/>
            <a:ext cx="4805993" cy="2769989"/>
          </a:xfrm>
        </p:spPr>
        <p:txBody>
          <a:bodyPr wrap="square" anchor="b">
            <a:spAutoFit/>
          </a:bodyPr>
          <a:lstStyle>
            <a:lvl1pPr algn="l">
              <a:lnSpc>
                <a:spcPts val="7200"/>
              </a:lnSpc>
              <a:defRPr sz="7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3E1A-E9C8-9B4C-ABB3-04A68ED45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5055720"/>
            <a:ext cx="4805993" cy="221214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 i="0" baseline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49AF2F-1CD8-6E4E-9C09-917AD366D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lum bright="100000" contrast="100000"/>
            <a:alphaModFix/>
          </a:blip>
          <a:stretch>
            <a:fillRect/>
          </a:stretch>
        </p:blipFill>
        <p:spPr>
          <a:xfrm>
            <a:off x="5334000" y="990600"/>
            <a:ext cx="24638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F300-2E20-1F4B-9331-E87CB431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221FE-3D8B-3342-A1C4-34444A674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05" y="1374943"/>
            <a:ext cx="10986369" cy="2138664"/>
          </a:xfrm>
        </p:spPr>
        <p:txBody>
          <a:bodyPr/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5435-152D-CD4F-A2C0-0C446EA1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CDF589D-0725-2442-B870-9728CD4CA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46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4FD0C32-8900-A34B-B0C3-BC36EA825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02178A-65B5-C048-8371-19660DB5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4605" y="2516546"/>
            <a:ext cx="6654628" cy="1846659"/>
          </a:xfrm>
        </p:spPr>
        <p:txBody>
          <a:bodyPr anchor="ctr"/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915B-91B5-9B43-82CF-110A2E6A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CAB332-A462-F642-BD68-831EB2CFE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98819C-39EE-4743-8A29-4087DFCAB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52980" y="2781300"/>
            <a:ext cx="203200" cy="139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1A4B5-DD3A-154F-ADC3-68722871E0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77296" y="1098550"/>
            <a:ext cx="50800" cy="4660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18010E-A516-6E4F-AB92-F4E8B03AD3A7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247D6B2-E489-6946-9AF1-49D33684AED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AB91F4-0DF3-0542-8A05-EEDAAAB9AB2A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58BA1-C526-DB46-B1C1-54C048FA47F6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169E1C-0618-8E44-ABD3-CF570F018560}"/>
              </a:ext>
            </a:extLst>
          </p:cNvPr>
          <p:cNvSpPr/>
          <p:nvPr userDrawn="1"/>
        </p:nvSpPr>
        <p:spPr>
          <a:xfrm>
            <a:off x="-2" y="0"/>
            <a:ext cx="12192002" cy="6858000"/>
          </a:xfrm>
          <a:prstGeom prst="rect">
            <a:avLst/>
          </a:prstGeom>
          <a:gradFill>
            <a:gsLst>
              <a:gs pos="0">
                <a:srgbClr val="40C7F4">
                  <a:lumMod val="67483"/>
                </a:srgbClr>
              </a:gs>
              <a:gs pos="82000">
                <a:srgbClr val="203A7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13292-8204-B542-BAA9-4B9DA041D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087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02178A-65B5-C048-8371-19660DB5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4605" y="2516546"/>
            <a:ext cx="6654628" cy="1846659"/>
          </a:xfrm>
        </p:spPr>
        <p:txBody>
          <a:bodyPr anchor="ctr"/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915B-91B5-9B43-82CF-110A2E6A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CAB332-A462-F642-BD68-831EB2CFE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98819C-39EE-4743-8A29-4087DFCAB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52980" y="2781300"/>
            <a:ext cx="203200" cy="139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1A4B5-DD3A-154F-ADC3-68722871E0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77296" y="1098550"/>
            <a:ext cx="50800" cy="4660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18010E-A516-6E4F-AB92-F4E8B03AD3A7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247D6B2-E489-6946-9AF1-49D33684AED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AB91F4-0DF3-0542-8A05-EEDAAAB9AB2A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58BA1-C526-DB46-B1C1-54C048FA47F6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2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F6401230-52FB-E543-82A0-622F997955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2178A-65B5-C048-8371-19660DB5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4605" y="2516546"/>
            <a:ext cx="6654628" cy="1846659"/>
          </a:xfrm>
        </p:spPr>
        <p:txBody>
          <a:bodyPr anchor="ctr"/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915B-91B5-9B43-82CF-110A2E6A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CAB332-A462-F642-BD68-831EB2CFE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98819C-39EE-4743-8A29-4087DFCABE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52980" y="2781300"/>
            <a:ext cx="203200" cy="139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1A4B5-DD3A-154F-ADC3-68722871E0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77296" y="1098550"/>
            <a:ext cx="50800" cy="46609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18010E-A516-6E4F-AB92-F4E8B03AD3A7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247D6B2-E489-6946-9AF1-49D33684AE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AB91F4-0DF3-0542-8A05-EEDAAAB9AB2A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58BA1-C526-DB46-B1C1-54C048FA47F6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833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-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B628-B5D5-F442-AEFE-A34A7C9B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795" y="2321004"/>
            <a:ext cx="8206409" cy="2215991"/>
          </a:xfrm>
        </p:spPr>
        <p:txBody>
          <a:bodyPr anchor="ctr" anchorCtr="0">
            <a:no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8F465-AB13-6343-B9AC-86165DEC01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5717-8645-A947-937D-F9018BA97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A639784A-8B85-BC4A-B122-D4851152A4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71949" y="737563"/>
            <a:ext cx="3848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2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edText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169E1C-0618-8E44-ABD3-CF570F018560}"/>
              </a:ext>
            </a:extLst>
          </p:cNvPr>
          <p:cNvSpPr/>
          <p:nvPr userDrawn="1"/>
        </p:nvSpPr>
        <p:spPr>
          <a:xfrm>
            <a:off x="-2" y="0"/>
            <a:ext cx="12192002" cy="6858000"/>
          </a:xfrm>
          <a:prstGeom prst="rect">
            <a:avLst/>
          </a:prstGeom>
          <a:gradFill>
            <a:gsLst>
              <a:gs pos="0">
                <a:srgbClr val="40C7F4">
                  <a:lumMod val="67483"/>
                </a:srgbClr>
              </a:gs>
              <a:gs pos="82000">
                <a:srgbClr val="203A7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13292-8204-B542-BAA9-4B9DA041D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087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02178A-65B5-C048-8371-19660DB5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8684" y="1854029"/>
            <a:ext cx="6654628" cy="1846659"/>
          </a:xfrm>
        </p:spPr>
        <p:txBody>
          <a:bodyPr anchor="ctr"/>
          <a:lstStyle>
            <a:lvl1pPr algn="ctr">
              <a:lnSpc>
                <a:spcPts val="7200"/>
              </a:lnSpc>
              <a:defRPr sz="60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915B-91B5-9B43-82CF-110A2E6A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CAB332-A462-F642-BD68-831EB2CFE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18010E-A516-6E4F-AB92-F4E8B03AD3A7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8247D6B2-E489-6946-9AF1-49D33684AE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AB91F4-0DF3-0542-8A05-EEDAAAB9AB2A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58BA1-C526-DB46-B1C1-54C048FA47F6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25F543DA-4FF2-6249-A5AF-6E1561A88C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47391" y="4385053"/>
            <a:ext cx="4297215" cy="6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8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B628-B5D5-F442-AEFE-A34A7C9B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655985"/>
            <a:ext cx="10961316" cy="553998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8F465-AB13-6343-B9AC-86165DEC01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5717-8645-A947-937D-F9018BA97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C1E184B-599D-0248-AED2-909A292608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53" y="2034659"/>
            <a:ext cx="10799894" cy="253274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028714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888AE2E-A457-CD45-8F08-FA201CE28D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096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23AFB8-1863-9D40-8912-0A5E24FB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655985"/>
            <a:ext cx="4980412" cy="1107996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7A373-D949-BB41-B377-334B7EE590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C9DBF-ED34-F949-A375-7751D5A435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F2463B90-446D-964B-86C2-4B2A225F7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258" y="2501081"/>
            <a:ext cx="4890959" cy="252057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68ED3D6-8623-2B4A-9518-3CF2240038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5783" y="2501080"/>
            <a:ext cx="4890959" cy="252057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chemeClr val="accent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F0782F-F7C4-AC4E-A031-EEBCB773B6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31056" y="655985"/>
            <a:ext cx="4980412" cy="110807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99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15A7B4A-74FA-4547-8F72-2807ED0F580C}"/>
              </a:ext>
            </a:extLst>
          </p:cNvPr>
          <p:cNvSpPr/>
          <p:nvPr userDrawn="1"/>
        </p:nvSpPr>
        <p:spPr>
          <a:xfrm>
            <a:off x="8906064" y="3241040"/>
            <a:ext cx="2633472" cy="2936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DEE0F2-4051-9945-9C9A-2129940503CE}"/>
              </a:ext>
            </a:extLst>
          </p:cNvPr>
          <p:cNvCxnSpPr/>
          <p:nvPr userDrawn="1"/>
        </p:nvCxnSpPr>
        <p:spPr>
          <a:xfrm>
            <a:off x="8906064" y="3180080"/>
            <a:ext cx="2635696" cy="0"/>
          </a:xfrm>
          <a:prstGeom prst="line">
            <a:avLst/>
          </a:prstGeom>
          <a:ln w="63500">
            <a:solidFill>
              <a:srgbClr val="036C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D940C-B244-C14C-8868-376705823B47}"/>
              </a:ext>
            </a:extLst>
          </p:cNvPr>
          <p:cNvSpPr/>
          <p:nvPr userDrawn="1"/>
        </p:nvSpPr>
        <p:spPr>
          <a:xfrm>
            <a:off x="6152704" y="3241040"/>
            <a:ext cx="2633472" cy="2936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39988-DA1D-4E46-AB95-8DE81CD634B2}"/>
              </a:ext>
            </a:extLst>
          </p:cNvPr>
          <p:cNvCxnSpPr/>
          <p:nvPr userDrawn="1"/>
        </p:nvCxnSpPr>
        <p:spPr>
          <a:xfrm>
            <a:off x="6152704" y="3180080"/>
            <a:ext cx="2635696" cy="0"/>
          </a:xfrm>
          <a:prstGeom prst="line">
            <a:avLst/>
          </a:prstGeom>
          <a:ln w="63500">
            <a:solidFill>
              <a:srgbClr val="037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3CB4B-BF21-7F48-966B-2602FBFC5BAC}"/>
              </a:ext>
            </a:extLst>
          </p:cNvPr>
          <p:cNvSpPr/>
          <p:nvPr userDrawn="1"/>
        </p:nvSpPr>
        <p:spPr>
          <a:xfrm>
            <a:off x="3409504" y="3241040"/>
            <a:ext cx="2633472" cy="2936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/>
          <p:nvPr userDrawn="1"/>
        </p:nvCxnSpPr>
        <p:spPr>
          <a:xfrm>
            <a:off x="3409504" y="3180080"/>
            <a:ext cx="2635696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0E05A4-06DD-D640-86B2-E788A1A36953}"/>
              </a:ext>
            </a:extLst>
          </p:cNvPr>
          <p:cNvSpPr/>
          <p:nvPr userDrawn="1"/>
        </p:nvSpPr>
        <p:spPr>
          <a:xfrm>
            <a:off x="666304" y="3241040"/>
            <a:ext cx="2633472" cy="2936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A02CCC8-9C24-FD4B-B186-99EE5DD9C3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04" y="1335564"/>
            <a:ext cx="10961688" cy="240450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sz="24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D7F6126-1B82-484D-BF7D-E7F4B21595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304" y="1610839"/>
            <a:ext cx="10961688" cy="256480"/>
          </a:xfrm>
        </p:spPr>
        <p:txBody>
          <a:bodyPr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/>
          <p:nvPr userDrawn="1"/>
        </p:nvCxnSpPr>
        <p:spPr>
          <a:xfrm>
            <a:off x="666304" y="3180080"/>
            <a:ext cx="2635696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C0C9CE-883B-094D-A9DC-36FAF87F0F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34417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13016DE-9674-604D-9197-63177888FD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0" y="3733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418C60DC-D89C-8C48-A065-3B5303B32A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45243" y="34417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6153D9B-C7FC-3D42-AB2C-332B7C508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45243" y="3733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24E2618-9D49-204D-BF93-2E9182C00A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0800" y="34417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86AA741-3D3E-A64F-A94B-C0CF495DFC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00800" y="3733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EF5C989-1210-C54D-A073-1E5B1ACC2F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1643" y="34417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C28F89F0-1527-484B-935B-7CAFB4B7AA6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31643" y="3733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967FB0-9BBE-714D-BEB0-F80F79103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0A37AF3-7612-444B-86CD-BA380C81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880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15A7B4A-74FA-4547-8F72-2807ED0F580C}"/>
              </a:ext>
            </a:extLst>
          </p:cNvPr>
          <p:cNvSpPr/>
          <p:nvPr userDrawn="1"/>
        </p:nvSpPr>
        <p:spPr>
          <a:xfrm>
            <a:off x="8906064" y="3967480"/>
            <a:ext cx="2633472" cy="223453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DEE0F2-4051-9945-9C9A-2129940503CE}"/>
              </a:ext>
            </a:extLst>
          </p:cNvPr>
          <p:cNvCxnSpPr/>
          <p:nvPr userDrawn="1"/>
        </p:nvCxnSpPr>
        <p:spPr>
          <a:xfrm>
            <a:off x="8906064" y="3906520"/>
            <a:ext cx="2635696" cy="0"/>
          </a:xfrm>
          <a:prstGeom prst="line">
            <a:avLst/>
          </a:prstGeom>
          <a:ln w="63500">
            <a:solidFill>
              <a:srgbClr val="036C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D940C-B244-C14C-8868-376705823B47}"/>
              </a:ext>
            </a:extLst>
          </p:cNvPr>
          <p:cNvSpPr/>
          <p:nvPr userDrawn="1"/>
        </p:nvSpPr>
        <p:spPr>
          <a:xfrm>
            <a:off x="6152704" y="3967480"/>
            <a:ext cx="2633472" cy="223453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39988-DA1D-4E46-AB95-8DE81CD634B2}"/>
              </a:ext>
            </a:extLst>
          </p:cNvPr>
          <p:cNvCxnSpPr/>
          <p:nvPr userDrawn="1"/>
        </p:nvCxnSpPr>
        <p:spPr>
          <a:xfrm>
            <a:off x="6152704" y="3906520"/>
            <a:ext cx="2635696" cy="0"/>
          </a:xfrm>
          <a:prstGeom prst="line">
            <a:avLst/>
          </a:prstGeom>
          <a:ln w="63500">
            <a:solidFill>
              <a:srgbClr val="037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3CB4B-BF21-7F48-966B-2602FBFC5BAC}"/>
              </a:ext>
            </a:extLst>
          </p:cNvPr>
          <p:cNvSpPr/>
          <p:nvPr userDrawn="1"/>
        </p:nvSpPr>
        <p:spPr>
          <a:xfrm>
            <a:off x="3409504" y="3967480"/>
            <a:ext cx="2633472" cy="223453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/>
          <p:nvPr userDrawn="1"/>
        </p:nvCxnSpPr>
        <p:spPr>
          <a:xfrm>
            <a:off x="3409504" y="3906520"/>
            <a:ext cx="2635696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0E05A4-06DD-D640-86B2-E788A1A36953}"/>
              </a:ext>
            </a:extLst>
          </p:cNvPr>
          <p:cNvSpPr/>
          <p:nvPr userDrawn="1"/>
        </p:nvSpPr>
        <p:spPr>
          <a:xfrm>
            <a:off x="666304" y="3967480"/>
            <a:ext cx="2633472" cy="223453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/>
          <p:nvPr userDrawn="1"/>
        </p:nvCxnSpPr>
        <p:spPr>
          <a:xfrm>
            <a:off x="666304" y="3906520"/>
            <a:ext cx="2635696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2377439"/>
            <a:ext cx="2633663" cy="142303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09950" y="2377439"/>
            <a:ext cx="2633663" cy="142303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E930C279-A4EF-384B-90ED-2790F6E7AE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62864" y="2377439"/>
            <a:ext cx="2613789" cy="142303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81A7874C-44CB-EF48-880B-F333B412CEE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906064" y="2377439"/>
            <a:ext cx="2633663" cy="142303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C9C421B-9F63-414B-8884-024328CA68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41910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71A7A18-7668-DB4B-99A3-6A3751FDFF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4495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62B6D98-BFC1-5247-A62D-FBED4CC3A6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45243" y="41910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6E8DC5B5-4B26-9645-BBC8-7513D82D65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45243" y="4495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0BFE6641-31D8-A647-A0BF-9FF9D7B350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0800" y="41910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9D702D79-93A5-7949-A423-CFA05ED791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00800" y="4495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F849B22-7E57-984F-8964-CC5E709C25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31643" y="4191000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418E60C-0ABB-684D-A725-FB48076162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1643" y="4495800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922E1FE-5B51-D943-8629-8228F3411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1D8465E0-80FF-0347-9E8F-1277038DDE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04" y="1335564"/>
            <a:ext cx="10961688" cy="240450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sz="24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27B03C5-2450-6C4F-8FC3-2DE17224C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304" y="1610839"/>
            <a:ext cx="10961688" cy="256480"/>
          </a:xfrm>
        </p:spPr>
        <p:txBody>
          <a:bodyPr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FE8C7D9-03EE-0A4D-8A41-722E4A2F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2023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39988-DA1D-4E46-AB95-8DE81CD634B2}"/>
              </a:ext>
            </a:extLst>
          </p:cNvPr>
          <p:cNvCxnSpPr>
            <a:cxnSpLocks/>
          </p:cNvCxnSpPr>
          <p:nvPr userDrawn="1"/>
        </p:nvCxnSpPr>
        <p:spPr>
          <a:xfrm>
            <a:off x="7939072" y="4397863"/>
            <a:ext cx="3490928" cy="0"/>
          </a:xfrm>
          <a:prstGeom prst="line">
            <a:avLst/>
          </a:prstGeom>
          <a:ln w="63500">
            <a:solidFill>
              <a:srgbClr val="037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>
            <a:cxnSpLocks/>
          </p:cNvCxnSpPr>
          <p:nvPr userDrawn="1"/>
        </p:nvCxnSpPr>
        <p:spPr>
          <a:xfrm>
            <a:off x="4302688" y="4397863"/>
            <a:ext cx="3490928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D940C-B244-C14C-8868-376705823B47}"/>
              </a:ext>
            </a:extLst>
          </p:cNvPr>
          <p:cNvSpPr/>
          <p:nvPr userDrawn="1"/>
        </p:nvSpPr>
        <p:spPr>
          <a:xfrm>
            <a:off x="7939072" y="4458823"/>
            <a:ext cx="3490928" cy="1709928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3CB4B-BF21-7F48-966B-2602FBFC5BAC}"/>
              </a:ext>
            </a:extLst>
          </p:cNvPr>
          <p:cNvSpPr/>
          <p:nvPr userDrawn="1"/>
        </p:nvSpPr>
        <p:spPr>
          <a:xfrm>
            <a:off x="4302688" y="4458823"/>
            <a:ext cx="3490928" cy="1709928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0E05A4-06DD-D640-86B2-E788A1A36953}"/>
              </a:ext>
            </a:extLst>
          </p:cNvPr>
          <p:cNvSpPr/>
          <p:nvPr userDrawn="1"/>
        </p:nvSpPr>
        <p:spPr>
          <a:xfrm>
            <a:off x="666304" y="4458823"/>
            <a:ext cx="3490928" cy="1713377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>
            <a:cxnSpLocks/>
          </p:cNvCxnSpPr>
          <p:nvPr userDrawn="1"/>
        </p:nvCxnSpPr>
        <p:spPr>
          <a:xfrm>
            <a:off x="666304" y="4397863"/>
            <a:ext cx="3490928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2377439"/>
            <a:ext cx="3490482" cy="188575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02688" y="2377439"/>
            <a:ext cx="3490482" cy="188575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E930C279-A4EF-384B-90ED-2790F6E7AE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39072" y="2377439"/>
            <a:ext cx="3490482" cy="188575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C9C421B-9F63-414B-8884-024328CA68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4682343"/>
            <a:ext cx="2971800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71A7A18-7668-DB4B-99A3-6A3751FDFF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4953000"/>
            <a:ext cx="2971800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62B6D98-BFC1-5247-A62D-FBED4CC3A6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0" y="4682343"/>
            <a:ext cx="2971800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6E8DC5B5-4B26-9645-BBC8-7513D82D65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72000" y="4953000"/>
            <a:ext cx="2971800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0BFE6641-31D8-A647-A0BF-9FF9D7B350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53400" y="4682343"/>
            <a:ext cx="3048000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9D702D79-93A5-7949-A423-CFA05ED791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53400" y="4953000"/>
            <a:ext cx="3048000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922E1FE-5B51-D943-8629-8228F3411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FAEA83F-836A-2146-BF49-EEC7BD279A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04" y="1335564"/>
            <a:ext cx="10961688" cy="240450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sz="24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C115FFB9-AF6C-5C41-99BA-31ECC90FB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304" y="1610839"/>
            <a:ext cx="10961688" cy="256480"/>
          </a:xfrm>
        </p:spPr>
        <p:txBody>
          <a:bodyPr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CA19E81-8BFA-344B-8B5E-7F3BE31C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1964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>
            <a:cxnSpLocks/>
          </p:cNvCxnSpPr>
          <p:nvPr userDrawn="1"/>
        </p:nvCxnSpPr>
        <p:spPr>
          <a:xfrm>
            <a:off x="6088546" y="4550263"/>
            <a:ext cx="5265254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3CB4B-BF21-7F48-966B-2602FBFC5BAC}"/>
              </a:ext>
            </a:extLst>
          </p:cNvPr>
          <p:cNvSpPr/>
          <p:nvPr userDrawn="1"/>
        </p:nvSpPr>
        <p:spPr>
          <a:xfrm>
            <a:off x="6088546" y="4611224"/>
            <a:ext cx="5264582" cy="1560976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0E05A4-06DD-D640-86B2-E788A1A36953}"/>
              </a:ext>
            </a:extLst>
          </p:cNvPr>
          <p:cNvSpPr/>
          <p:nvPr userDrawn="1"/>
        </p:nvSpPr>
        <p:spPr>
          <a:xfrm>
            <a:off x="666304" y="4611224"/>
            <a:ext cx="5264582" cy="1560976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>
            <a:cxnSpLocks/>
          </p:cNvCxnSpPr>
          <p:nvPr userDrawn="1"/>
        </p:nvCxnSpPr>
        <p:spPr>
          <a:xfrm>
            <a:off x="666304" y="4550263"/>
            <a:ext cx="5264809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2377440"/>
            <a:ext cx="5264136" cy="204216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88545" y="2377440"/>
            <a:ext cx="5264581" cy="204216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C9C421B-9F63-414B-8884-024328CA68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9" y="4834742"/>
            <a:ext cx="4718167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71A7A18-7668-DB4B-99A3-6A3751FDFF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9" y="5128816"/>
            <a:ext cx="4718167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962B6D98-BFC1-5247-A62D-FBED4CC3A6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7857" y="4834743"/>
            <a:ext cx="4674321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6E8DC5B5-4B26-9645-BBC8-7513D82D65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57857" y="5128816"/>
            <a:ext cx="4674321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922E1FE-5B51-D943-8629-8228F34118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DA3F40E-7444-694C-80FC-CB6B6E858F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304" y="1335564"/>
            <a:ext cx="10961688" cy="240450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sz="24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D3255F6-0810-3846-AA8A-8F8AE2B4C9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304" y="1610839"/>
            <a:ext cx="10961688" cy="256480"/>
          </a:xfrm>
        </p:spPr>
        <p:txBody>
          <a:bodyPr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CE9252D-82B9-184A-987E-1B2B6318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584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15A7B4A-74FA-4547-8F72-2807ED0F580C}"/>
              </a:ext>
            </a:extLst>
          </p:cNvPr>
          <p:cNvSpPr/>
          <p:nvPr userDrawn="1"/>
        </p:nvSpPr>
        <p:spPr>
          <a:xfrm>
            <a:off x="8906064" y="1837039"/>
            <a:ext cx="2633472" cy="4407501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DEE0F2-4051-9945-9C9A-2129940503CE}"/>
              </a:ext>
            </a:extLst>
          </p:cNvPr>
          <p:cNvCxnSpPr/>
          <p:nvPr userDrawn="1"/>
        </p:nvCxnSpPr>
        <p:spPr>
          <a:xfrm>
            <a:off x="8906064" y="1774432"/>
            <a:ext cx="2635696" cy="0"/>
          </a:xfrm>
          <a:prstGeom prst="line">
            <a:avLst/>
          </a:prstGeom>
          <a:ln w="63500">
            <a:solidFill>
              <a:srgbClr val="036C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D940C-B244-C14C-8868-376705823B47}"/>
              </a:ext>
            </a:extLst>
          </p:cNvPr>
          <p:cNvSpPr/>
          <p:nvPr userDrawn="1"/>
        </p:nvSpPr>
        <p:spPr>
          <a:xfrm>
            <a:off x="6152704" y="1837039"/>
            <a:ext cx="2633472" cy="4407501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39988-DA1D-4E46-AB95-8DE81CD634B2}"/>
              </a:ext>
            </a:extLst>
          </p:cNvPr>
          <p:cNvCxnSpPr/>
          <p:nvPr userDrawn="1"/>
        </p:nvCxnSpPr>
        <p:spPr>
          <a:xfrm>
            <a:off x="6152704" y="1774432"/>
            <a:ext cx="2635696" cy="0"/>
          </a:xfrm>
          <a:prstGeom prst="line">
            <a:avLst/>
          </a:prstGeom>
          <a:ln w="63500">
            <a:solidFill>
              <a:srgbClr val="037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3CB4B-BF21-7F48-966B-2602FBFC5BAC}"/>
              </a:ext>
            </a:extLst>
          </p:cNvPr>
          <p:cNvSpPr/>
          <p:nvPr userDrawn="1"/>
        </p:nvSpPr>
        <p:spPr>
          <a:xfrm>
            <a:off x="3409504" y="1837039"/>
            <a:ext cx="2633472" cy="4407501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/>
          <p:nvPr userDrawn="1"/>
        </p:nvCxnSpPr>
        <p:spPr>
          <a:xfrm>
            <a:off x="3409504" y="1774432"/>
            <a:ext cx="2635696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0E05A4-06DD-D640-86B2-E788A1A36953}"/>
              </a:ext>
            </a:extLst>
          </p:cNvPr>
          <p:cNvSpPr/>
          <p:nvPr userDrawn="1"/>
        </p:nvSpPr>
        <p:spPr>
          <a:xfrm>
            <a:off x="666304" y="1837039"/>
            <a:ext cx="2633472" cy="4407501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/>
          <p:nvPr userDrawn="1"/>
        </p:nvCxnSpPr>
        <p:spPr>
          <a:xfrm>
            <a:off x="666304" y="1774432"/>
            <a:ext cx="2635696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1958956"/>
            <a:ext cx="2633663" cy="1497911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09950" y="1958956"/>
            <a:ext cx="2633663" cy="1497911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E930C279-A4EF-384B-90ED-2790F6E7AE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62864" y="1958956"/>
            <a:ext cx="2613789" cy="1497911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81A7874C-44CB-EF48-880B-F333B412CEE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906064" y="1958956"/>
            <a:ext cx="2633663" cy="1497911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7A06005-38F1-2E41-82AE-4CCA775133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3724089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B0B1B95-6823-974C-B42D-F7A2353FD5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4045364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C5F1742D-E858-0147-BA2E-2F14C3BB2D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45243" y="3724089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DB8BCE1-7514-6946-87C6-9A39D20C2F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45243" y="4045364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8BDA7E28-4F7E-4241-8999-A9FDC41F74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0800" y="3724089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6872DEC2-7AB1-F545-9DBB-C041DE45DC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00800" y="4045364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9199AF9-7C6B-3A48-9D7E-F1F3A20299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31643" y="3724089"/>
            <a:ext cx="2133600" cy="22121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65D7A4FC-2385-1C4F-9681-BFD423946EE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1643" y="4045364"/>
            <a:ext cx="2133600" cy="205184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35E8D20-DD85-834D-B784-0B3F9F43B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D5FCB689-3447-764D-B0FB-AC077DFA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4260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96E5854-B95A-0946-94DC-29FA749CD04E}"/>
              </a:ext>
            </a:extLst>
          </p:cNvPr>
          <p:cNvSpPr/>
          <p:nvPr userDrawn="1"/>
        </p:nvSpPr>
        <p:spPr>
          <a:xfrm>
            <a:off x="7939072" y="1804090"/>
            <a:ext cx="3493008" cy="4455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345C96-F0CA-C44C-8DEE-85F9777F667A}"/>
              </a:ext>
            </a:extLst>
          </p:cNvPr>
          <p:cNvSpPr/>
          <p:nvPr userDrawn="1"/>
        </p:nvSpPr>
        <p:spPr>
          <a:xfrm>
            <a:off x="4302688" y="1804090"/>
            <a:ext cx="3493008" cy="4455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F00959-1286-0A41-A6F2-12904F192476}"/>
              </a:ext>
            </a:extLst>
          </p:cNvPr>
          <p:cNvSpPr/>
          <p:nvPr userDrawn="1"/>
        </p:nvSpPr>
        <p:spPr>
          <a:xfrm>
            <a:off x="666304" y="1804090"/>
            <a:ext cx="3493008" cy="4455240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1852180"/>
            <a:ext cx="3490482" cy="1946715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02688" y="1852180"/>
            <a:ext cx="3490928" cy="1946715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E930C279-A4EF-384B-90ED-2790F6E7AE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39072" y="1852180"/>
            <a:ext cx="3490928" cy="1946715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39988-DA1D-4E46-AB95-8DE81CD634B2}"/>
              </a:ext>
            </a:extLst>
          </p:cNvPr>
          <p:cNvCxnSpPr>
            <a:cxnSpLocks/>
          </p:cNvCxnSpPr>
          <p:nvPr userDrawn="1"/>
        </p:nvCxnSpPr>
        <p:spPr>
          <a:xfrm>
            <a:off x="7928912" y="1700291"/>
            <a:ext cx="3520187" cy="0"/>
          </a:xfrm>
          <a:prstGeom prst="line">
            <a:avLst/>
          </a:prstGeom>
          <a:ln w="63500">
            <a:solidFill>
              <a:srgbClr val="037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>
            <a:cxnSpLocks/>
          </p:cNvCxnSpPr>
          <p:nvPr userDrawn="1"/>
        </p:nvCxnSpPr>
        <p:spPr>
          <a:xfrm>
            <a:off x="4302242" y="1700291"/>
            <a:ext cx="3493623" cy="0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>
            <a:cxnSpLocks/>
          </p:cNvCxnSpPr>
          <p:nvPr userDrawn="1"/>
        </p:nvCxnSpPr>
        <p:spPr>
          <a:xfrm>
            <a:off x="666304" y="1700291"/>
            <a:ext cx="3493176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7A06005-38F1-2E41-82AE-4CCA775133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3991679"/>
            <a:ext cx="2895600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B0B1B95-6823-974C-B42D-F7A2353FD5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400" y="4268852"/>
            <a:ext cx="2895600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C5F1742D-E858-0147-BA2E-2F14C3BB2D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37980" y="3991679"/>
            <a:ext cx="2985992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DB8BCE1-7514-6946-87C6-9A39D20C2F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37980" y="4268852"/>
            <a:ext cx="2985992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8BDA7E28-4F7E-4241-8999-A9FDC41F74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77008" y="3991679"/>
            <a:ext cx="2948192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6872DEC2-7AB1-F545-9DBB-C041DE45DC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77008" y="4268852"/>
            <a:ext cx="2948192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35E8D20-DD85-834D-B784-0B3F9F43B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3D822F25-B0D2-EC4F-977C-25891C43B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7457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_Process/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2345C96-F0CA-C44C-8DEE-85F9777F667A}"/>
              </a:ext>
            </a:extLst>
          </p:cNvPr>
          <p:cNvSpPr/>
          <p:nvPr userDrawn="1"/>
        </p:nvSpPr>
        <p:spPr>
          <a:xfrm>
            <a:off x="6120714" y="1820566"/>
            <a:ext cx="5263690" cy="4438764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F00959-1286-0A41-A6F2-12904F192476}"/>
              </a:ext>
            </a:extLst>
          </p:cNvPr>
          <p:cNvSpPr/>
          <p:nvPr userDrawn="1"/>
        </p:nvSpPr>
        <p:spPr>
          <a:xfrm>
            <a:off x="666303" y="1820566"/>
            <a:ext cx="5264809" cy="4438764"/>
          </a:xfrm>
          <a:prstGeom prst="rect">
            <a:avLst/>
          </a:prstGeom>
          <a:solidFill>
            <a:srgbClr val="EE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1AB6C6-CE4A-A149-BF61-8BB50E67DC5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6750" y="1832398"/>
            <a:ext cx="5264136" cy="1946715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11AADBF9-D638-8F4F-ACAC-DD58717983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20714" y="1832398"/>
            <a:ext cx="5263690" cy="1946715"/>
          </a:xfrm>
          <a:noFill/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195D93-330B-FA4D-9E1B-8DC2260DE8C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20268" y="1710885"/>
            <a:ext cx="5263690" cy="1"/>
          </a:xfrm>
          <a:prstGeom prst="line">
            <a:avLst/>
          </a:prstGeom>
          <a:ln w="63500">
            <a:solidFill>
              <a:srgbClr val="30D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72BCDD-DDCC-EC47-92A9-EBBC220942AE}"/>
              </a:ext>
            </a:extLst>
          </p:cNvPr>
          <p:cNvCxnSpPr>
            <a:cxnSpLocks/>
          </p:cNvCxnSpPr>
          <p:nvPr userDrawn="1"/>
        </p:nvCxnSpPr>
        <p:spPr>
          <a:xfrm>
            <a:off x="666304" y="1710885"/>
            <a:ext cx="5268199" cy="0"/>
          </a:xfrm>
          <a:prstGeom prst="line">
            <a:avLst/>
          </a:prstGeom>
          <a:ln w="63500">
            <a:solidFill>
              <a:srgbClr val="23D9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67A06005-38F1-2E41-82AE-4CCA775133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399" y="4014654"/>
            <a:ext cx="4680255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B0B1B95-6823-974C-B42D-F7A2353FD5C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9" y="4312513"/>
            <a:ext cx="4680255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C5F1742D-E858-0147-BA2E-2F14C3BB2D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6006" y="4014654"/>
            <a:ext cx="4769194" cy="22121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DB8BCE1-7514-6946-87C6-9A39D20C2F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56006" y="4312513"/>
            <a:ext cx="4769194" cy="205184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latin typeface="Roboto Th" pitchFamily="2" charset="0"/>
                <a:ea typeface="Roboto Th" pitchFamily="2" charset="0"/>
              </a:defRPr>
            </a:lvl1pPr>
            <a:lvl2pPr marL="182880" indent="0">
              <a:buFontTx/>
              <a:buNone/>
              <a:defRPr/>
            </a:lvl2pPr>
            <a:lvl3pPr marL="384048" indent="0">
              <a:buFontTx/>
              <a:buNone/>
              <a:defRPr/>
            </a:lvl3pPr>
            <a:lvl4pPr marL="566928" indent="0">
              <a:buFontTx/>
              <a:buNone/>
              <a:defRPr/>
            </a:lvl4pPr>
            <a:lvl5pPr marL="77724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35E8D20-DD85-834D-B784-0B3F9F43BA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FC57504-A58A-6042-9280-C5B01962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6086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9CA5-0892-6346-801E-11CC35CC6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816" y="2511161"/>
            <a:ext cx="10799894" cy="1590179"/>
          </a:xfrm>
        </p:spPr>
        <p:txBody>
          <a:bodyPr lIns="0" tIns="0" rIns="0" bIns="0">
            <a:spAutoFit/>
          </a:bodyPr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A02CCC8-9C24-FD4B-B186-99EE5DD9C3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816" y="1490128"/>
            <a:ext cx="10799894" cy="253274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AD7F6126-1B82-484D-BF7D-E7F4B21595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816" y="1778227"/>
            <a:ext cx="10799894" cy="256480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7EAAC-8063-7448-BCE3-5F6DA963C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-10160"/>
            <a:ext cx="2679700" cy="1549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A94CBF4-017A-484B-8D59-24F1A2C7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649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44E664C-F57B-4A48-9B16-844150596A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0" y="-17936"/>
            <a:ext cx="1778000" cy="1549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FB863F-8979-A440-B7B7-C4C65BE66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D7B67E5-61E5-7D4A-BCB3-6BC91D9F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0350" y="5723872"/>
            <a:ext cx="33968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23FC32-464D-354C-BE50-5B2EB2CCFAB3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3AF5465-71C4-674A-8EBC-D948D555F8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FD9EE5-0E30-1540-8679-06572A202983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2305B-54CA-D944-B623-BFF1472653F4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CB945B-5644-644E-BAE0-42ED0E307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816" y="2762449"/>
            <a:ext cx="4859785" cy="1590179"/>
          </a:xfrm>
        </p:spPr>
        <p:txBody>
          <a:bodyPr wrap="square" lIns="0" tIns="0" rIns="0" bIns="0">
            <a:spAutoFit/>
          </a:bodyPr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FDC2FCC-84BD-E642-B9C0-AD738D1F77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816" y="1862550"/>
            <a:ext cx="4859785" cy="253274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DF4DD0D-54E7-D645-BDAE-CE99CB9D63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816" y="2150649"/>
            <a:ext cx="4859785" cy="256480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7D14040-2E83-E546-A3D1-A26CA9C0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3757272" cy="1055180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405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FB863F-8979-A440-B7B7-C4C65BE66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D7B67E5-61E5-7D4A-BCB3-6BC91D9F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0350" y="5723872"/>
            <a:ext cx="339680" cy="365125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23FC32-464D-354C-BE50-5B2EB2CCFAB3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F3AF5465-71C4-674A-8EBC-D948D555F8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1FD9EE5-0E30-1540-8679-06572A202983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err="1">
                <a:solidFill>
                  <a:schemeClr val="bg1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>
              <a:solidFill>
                <a:schemeClr val="bg1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82305B-54CA-D944-B623-BFF1472653F4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056183B-EF49-B046-850C-B236D687C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816" y="2762449"/>
            <a:ext cx="4859785" cy="1590179"/>
          </a:xfrm>
        </p:spPr>
        <p:txBody>
          <a:bodyPr wrap="square" lIns="0" tIns="0" rIns="0" bIns="0">
            <a:spAutoFit/>
          </a:bodyPr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E96FE35-AFC2-9A43-9CFF-7248C59EF0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816" y="1862550"/>
            <a:ext cx="4859785" cy="253274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BD98F3A-2EE8-E147-8DED-5095E690A7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816" y="2150649"/>
            <a:ext cx="4859785" cy="256480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6BEB8AF-6103-5A45-88D9-70FA0E84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3757272" cy="1055180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30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9CA5-0892-6346-801E-11CC35CC6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912" y="2511161"/>
            <a:ext cx="5181600" cy="1590179"/>
          </a:xfrm>
        </p:spPr>
        <p:txBody>
          <a:bodyPr lIns="0" tIns="0" rIns="0" bIns="0">
            <a:spAutoFit/>
          </a:bodyPr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49264-B152-F145-8DE6-0638FA8E2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7148" y="2511161"/>
            <a:ext cx="5181600" cy="1590179"/>
          </a:xfrm>
        </p:spPr>
        <p:txBody>
          <a:bodyPr lIns="0" tIns="0" rIns="0" bIns="0">
            <a:spAutoFit/>
          </a:bodyPr>
          <a:lstStyle>
            <a:lvl1pPr marL="182880">
              <a:defRPr b="0" i="0">
                <a:latin typeface="Roboto Th" pitchFamily="2" charset="0"/>
                <a:ea typeface="Roboto Th" pitchFamily="2" charset="0"/>
              </a:defRPr>
            </a:lvl1pPr>
            <a:lvl2pPr>
              <a:defRPr b="0" i="0">
                <a:latin typeface="Roboto Th" pitchFamily="2" charset="0"/>
                <a:ea typeface="Roboto Th" pitchFamily="2" charset="0"/>
              </a:defRPr>
            </a:lvl2pPr>
            <a:lvl3pPr>
              <a:defRPr b="0" i="0">
                <a:latin typeface="Roboto Th" pitchFamily="2" charset="0"/>
                <a:ea typeface="Roboto Th" pitchFamily="2" charset="0"/>
              </a:defRPr>
            </a:lvl3pPr>
            <a:lvl4pPr>
              <a:defRPr b="0" i="0">
                <a:latin typeface="Roboto Th" pitchFamily="2" charset="0"/>
                <a:ea typeface="Roboto Th" pitchFamily="2" charset="0"/>
              </a:defRPr>
            </a:lvl4pPr>
            <a:lvl5pPr>
              <a:defRPr b="0" i="0">
                <a:latin typeface="Roboto Th" pitchFamily="2" charset="0"/>
                <a:ea typeface="Roboto Th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F76465-3F64-9F4D-8A74-E9A67560E0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12300" y="0"/>
            <a:ext cx="2679700" cy="180340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1408C60-6F73-FD4D-967C-275BA6685B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816" y="1490128"/>
            <a:ext cx="10799894" cy="253274"/>
          </a:xfrm>
        </p:spPr>
        <p:txBody>
          <a:bodyPr wrap="square" lIns="0" tIns="0" rIns="0" bIns="0" anchor="b">
            <a:spAutoFit/>
          </a:bodyPr>
          <a:lstStyle>
            <a:lvl1pPr marL="0" indent="0">
              <a:buFontTx/>
              <a:buNone/>
              <a:defRPr sz="2800" b="0" i="0">
                <a:solidFill>
                  <a:srgbClr val="005B9E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ECB503C-0047-4541-94F4-22EE58B524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816" y="1778227"/>
            <a:ext cx="10799894" cy="256480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2180"/>
              </a:lnSpc>
              <a:buFontTx/>
              <a:buNone/>
              <a:defRPr sz="1400" b="0" i="0">
                <a:solidFill>
                  <a:srgbClr val="00305A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0740199-C037-A346-8EE3-EC70CF39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7055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192A-119B-3A4C-BFF1-1E61F3F0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09AEED-91CD-C749-BDE0-7EA29A5A85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7388" y="1371601"/>
            <a:ext cx="10742612" cy="48006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455EC2-E5FC-AC42-B079-369A43BD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925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D2269B-2B16-A341-B90B-EACFF374BE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38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35F9CF-42B9-8B4B-BD6F-BAD3CFED1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A09AEED-91CD-C749-BDE0-7EA29A5A85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7388" y="1371601"/>
            <a:ext cx="10742612" cy="4800600"/>
          </a:xfrm>
        </p:spPr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E35749-2FD3-F240-B1AE-365874B800B3}"/>
              </a:ext>
            </a:extLst>
          </p:cNvPr>
          <p:cNvSpPr txBox="1">
            <a:spLocks/>
          </p:cNvSpPr>
          <p:nvPr userDrawn="1"/>
        </p:nvSpPr>
        <p:spPr>
          <a:xfrm>
            <a:off x="11690350" y="5723872"/>
            <a:ext cx="33968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4DAF8E-FDD9-D749-9BB5-653BA8DA8860}" type="slidenum">
              <a:rPr lang="en-US" b="0" i="0" smtClean="0">
                <a:latin typeface="Roboto Th" pitchFamily="2" charset="0"/>
                <a:ea typeface="Roboto Th" pitchFamily="2" charset="0"/>
              </a:rPr>
              <a:pPr/>
              <a:t>‹#›</a:t>
            </a:fld>
            <a:endParaRPr lang="en-US" b="0" i="0">
              <a:latin typeface="Roboto Th" pitchFamily="2" charset="0"/>
              <a:ea typeface="Roboto Th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C59F00-3560-7E43-8DB2-FDF775932CCA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19DEB05-7E05-5A4C-9538-4D0CC5C4DD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096FA6-F0A3-8E48-B426-A4320C671A0C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298BB00-4D38-8D4F-AE4E-16F690C7F586}"/>
              </a:ext>
            </a:extLst>
          </p:cNvPr>
          <p:cNvSpPr/>
          <p:nvPr userDrawn="1"/>
        </p:nvSpPr>
        <p:spPr>
          <a:xfrm>
            <a:off x="-1" y="0"/>
            <a:ext cx="54864" cy="6858000"/>
          </a:xfrm>
          <a:prstGeom prst="rect">
            <a:avLst/>
          </a:prstGeom>
          <a:gradFill>
            <a:gsLst>
              <a:gs pos="100000">
                <a:srgbClr val="2BB3EE"/>
              </a:gs>
              <a:gs pos="0">
                <a:srgbClr val="266FB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EBCD17C-32DD-6940-AB2B-3F2C8AA47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392374"/>
            <a:ext cx="10961316" cy="553998"/>
          </a:xfrm>
        </p:spPr>
        <p:txBody>
          <a:bodyPr anchor="t"/>
          <a:lstStyle>
            <a:lvl1pPr>
              <a:defRPr sz="4000" b="0" i="0"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2950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0464-7FA3-6143-AF00-2D231BB7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CAC4A-91A1-3B41-B4AE-A23E63266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/>
              <a:t>Copyright © 2021 CyberArk Software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9171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1801" y="6568496"/>
            <a:ext cx="1126587" cy="180352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B5E446-421A-E746-A83E-D1D14D8D9C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29852" y="327666"/>
            <a:ext cx="11544822" cy="40235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26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3DB5A-C198-AC48-A76F-437728EE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58" y="655985"/>
            <a:ext cx="10961316" cy="12187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75CDF-C3A8-FB47-A4D9-B82C093E0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205" y="2445862"/>
            <a:ext cx="10986369" cy="2138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06DE-8A0C-2948-8D8A-AC871A012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42" y="6459278"/>
            <a:ext cx="411480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r>
              <a:rPr lang="en-US" dirty="0"/>
              <a:t>Copyright © 2021 CyberArk Software Ltd.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C7EA6-4F3D-8647-9213-D25198AA6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0350" y="5723872"/>
            <a:ext cx="33968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rgbClr val="6E8897"/>
                </a:solidFill>
                <a:latin typeface="Roboto Th" pitchFamily="2" charset="0"/>
                <a:ea typeface="Roboto Th" pitchFamily="2" charset="0"/>
              </a:defRPr>
            </a:lvl1pPr>
          </a:lstStyle>
          <a:p>
            <a:fld id="{9C4DAF8E-FDD9-D749-9BB5-653BA8DA88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B668F8-3106-1E4C-9409-821F659310E1}"/>
              </a:ext>
            </a:extLst>
          </p:cNvPr>
          <p:cNvSpPr/>
          <p:nvPr userDrawn="1"/>
        </p:nvSpPr>
        <p:spPr>
          <a:xfrm>
            <a:off x="-1" y="0"/>
            <a:ext cx="54864" cy="6858000"/>
          </a:xfrm>
          <a:prstGeom prst="rect">
            <a:avLst/>
          </a:prstGeom>
          <a:gradFill>
            <a:gsLst>
              <a:gs pos="100000">
                <a:srgbClr val="2BB3EE"/>
              </a:gs>
              <a:gs pos="0">
                <a:srgbClr val="266FB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8FB526-46AB-C442-9A3F-2CDD7EEBC993}"/>
              </a:ext>
            </a:extLst>
          </p:cNvPr>
          <p:cNvCxnSpPr>
            <a:cxnSpLocks/>
          </p:cNvCxnSpPr>
          <p:nvPr userDrawn="1"/>
        </p:nvCxnSpPr>
        <p:spPr>
          <a:xfrm>
            <a:off x="11690350" y="5727047"/>
            <a:ext cx="339680" cy="0"/>
          </a:xfrm>
          <a:prstGeom prst="line">
            <a:avLst/>
          </a:prstGeom>
          <a:ln>
            <a:solidFill>
              <a:srgbClr val="6E88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DA99B5-03E6-A240-9DEB-7A98EEA038C2}"/>
              </a:ext>
            </a:extLst>
          </p:cNvPr>
          <p:cNvCxnSpPr>
            <a:cxnSpLocks/>
          </p:cNvCxnSpPr>
          <p:nvPr userDrawn="1"/>
        </p:nvCxnSpPr>
        <p:spPr>
          <a:xfrm>
            <a:off x="10245725" y="6505444"/>
            <a:ext cx="1279525" cy="0"/>
          </a:xfrm>
          <a:prstGeom prst="line">
            <a:avLst/>
          </a:prstGeom>
          <a:ln>
            <a:solidFill>
              <a:srgbClr val="6E88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757D947A-A91E-A945-BF71-852C06405962}"/>
              </a:ext>
            </a:extLst>
          </p:cNvPr>
          <p:cNvSpPr txBox="1">
            <a:spLocks/>
          </p:cNvSpPr>
          <p:nvPr userDrawn="1"/>
        </p:nvSpPr>
        <p:spPr>
          <a:xfrm>
            <a:off x="6049318" y="6451583"/>
            <a:ext cx="4114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rgbClr val="6E8897"/>
                </a:solidFill>
                <a:latin typeface="Roboto" pitchFamily="2" charset="0"/>
                <a:ea typeface="Roboto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0" b="0" i="0" dirty="0" err="1">
                <a:solidFill>
                  <a:srgbClr val="6E8897"/>
                </a:solidFill>
                <a:effectLst/>
                <a:latin typeface="Roboto Lt" pitchFamily="2" charset="0"/>
                <a:ea typeface="Roboto Lt" pitchFamily="2" charset="0"/>
              </a:rPr>
              <a:t>cyberark.com</a:t>
            </a:r>
            <a:endParaRPr lang="en-US" sz="700" b="0" i="0" dirty="0">
              <a:solidFill>
                <a:srgbClr val="6E8897"/>
              </a:solidFill>
              <a:effectLst/>
              <a:latin typeface="Roboto Lt" pitchFamily="2" charset="0"/>
              <a:ea typeface="Roboto Lt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40648E-BF16-024D-BCDB-F27151A7E803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1745890" y="6372094"/>
            <a:ext cx="2286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5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0" r:id="rId3"/>
    <p:sldLayoutId id="2147483674" r:id="rId4"/>
    <p:sldLayoutId id="2147483675" r:id="rId5"/>
    <p:sldLayoutId id="2147483650" r:id="rId6"/>
    <p:sldLayoutId id="2147483651" r:id="rId7"/>
    <p:sldLayoutId id="2147483658" r:id="rId8"/>
    <p:sldLayoutId id="2147483661" r:id="rId9"/>
    <p:sldLayoutId id="2147483678" r:id="rId10"/>
    <p:sldLayoutId id="2147483680" r:id="rId11"/>
    <p:sldLayoutId id="2147483676" r:id="rId12"/>
    <p:sldLayoutId id="2147483677" r:id="rId13"/>
    <p:sldLayoutId id="2147483662" r:id="rId14"/>
    <p:sldLayoutId id="2147483664" r:id="rId15"/>
    <p:sldLayoutId id="2147483669" r:id="rId16"/>
    <p:sldLayoutId id="2147483670" r:id="rId17"/>
    <p:sldLayoutId id="2147483663" r:id="rId18"/>
    <p:sldLayoutId id="2147483671" r:id="rId19"/>
    <p:sldLayoutId id="2147483672" r:id="rId20"/>
    <p:sldLayoutId id="2147483652" r:id="rId21"/>
    <p:sldLayoutId id="2147483659" r:id="rId22"/>
    <p:sldLayoutId id="2147483668" r:id="rId23"/>
    <p:sldLayoutId id="2147483665" r:id="rId24"/>
    <p:sldLayoutId id="2147483667" r:id="rId25"/>
    <p:sldLayoutId id="2147483666" r:id="rId26"/>
    <p:sldLayoutId id="2147483655" r:id="rId27"/>
    <p:sldLayoutId id="2147483681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gradFill>
            <a:gsLst>
              <a:gs pos="0">
                <a:srgbClr val="2BB3EE"/>
              </a:gs>
              <a:gs pos="81000">
                <a:srgbClr val="266FB8"/>
              </a:gs>
            </a:gsLst>
            <a:lin ang="2700000" scaled="0"/>
          </a:gradFill>
          <a:latin typeface="Roboto Th" pitchFamily="2" charset="0"/>
          <a:ea typeface="Roboto Th" pitchFamily="2" charset="0"/>
          <a:cs typeface="+mj-cs"/>
        </a:defRPr>
      </a:lvl1pPr>
    </p:titleStyle>
    <p:bodyStyle>
      <a:lvl1pPr marL="137160" indent="-182880" algn="l" defTabSz="914400" rtl="0" eaLnBrk="1" latinLnBrk="0" hangingPunct="1">
        <a:lnSpc>
          <a:spcPts val="1680"/>
        </a:lnSpc>
        <a:spcBef>
          <a:spcPts val="1000"/>
        </a:spcBef>
        <a:buFont typeface="Arial" panose="020B0604020202020204" pitchFamily="34" charset="0"/>
        <a:buChar char="•"/>
        <a:defRPr sz="1300" b="0" i="0" kern="1200">
          <a:solidFill>
            <a:srgbClr val="00305A"/>
          </a:solidFill>
          <a:latin typeface="Roboto Th" pitchFamily="2" charset="0"/>
          <a:ea typeface="Roboto Th" pitchFamily="2" charset="0"/>
          <a:cs typeface="+mn-cs"/>
        </a:defRPr>
      </a:lvl1pPr>
      <a:lvl2pPr marL="365760" indent="-182880" algn="l" defTabSz="914400" rtl="0" eaLnBrk="1" latinLnBrk="0" hangingPunct="1">
        <a:lnSpc>
          <a:spcPts val="1680"/>
        </a:lnSpc>
        <a:spcBef>
          <a:spcPts val="1000"/>
        </a:spcBef>
        <a:buFont typeface="System Font Regular"/>
        <a:buChar char="–"/>
        <a:defRPr sz="1300" b="0" i="0" kern="1200">
          <a:solidFill>
            <a:srgbClr val="00305A"/>
          </a:solidFill>
          <a:latin typeface="Roboto Th" pitchFamily="2" charset="0"/>
          <a:ea typeface="Roboto Th" pitchFamily="2" charset="0"/>
          <a:cs typeface="+mn-cs"/>
        </a:defRPr>
      </a:lvl2pPr>
      <a:lvl3pPr marL="566928" indent="-182880" algn="l" defTabSz="914400" rtl="0" eaLnBrk="1" latinLnBrk="0" hangingPunct="1">
        <a:lnSpc>
          <a:spcPts val="1680"/>
        </a:lnSpc>
        <a:spcBef>
          <a:spcPts val="1000"/>
        </a:spcBef>
        <a:buFont typeface="Arial" panose="020B0604020202020204" pitchFamily="34" charset="0"/>
        <a:buChar char="•"/>
        <a:defRPr sz="1300" b="0" i="0" kern="1200">
          <a:solidFill>
            <a:srgbClr val="00305A"/>
          </a:solidFill>
          <a:latin typeface="Roboto Th" pitchFamily="2" charset="0"/>
          <a:ea typeface="Roboto Th" pitchFamily="2" charset="0"/>
          <a:cs typeface="+mn-cs"/>
        </a:defRPr>
      </a:lvl3pPr>
      <a:lvl4pPr marL="749808" indent="-182880" algn="l" defTabSz="914400" rtl="0" eaLnBrk="1" latinLnBrk="0" hangingPunct="1">
        <a:lnSpc>
          <a:spcPts val="1680"/>
        </a:lnSpc>
        <a:spcBef>
          <a:spcPts val="1000"/>
        </a:spcBef>
        <a:buFont typeface="System Font Regular"/>
        <a:buChar char="–"/>
        <a:defRPr sz="1300" b="0" i="0" kern="1200">
          <a:solidFill>
            <a:srgbClr val="00305A"/>
          </a:solidFill>
          <a:latin typeface="Roboto Th" pitchFamily="2" charset="0"/>
          <a:ea typeface="Roboto Th" pitchFamily="2" charset="0"/>
          <a:cs typeface="+mn-cs"/>
        </a:defRPr>
      </a:lvl4pPr>
      <a:lvl5pPr marL="960120" indent="-182880" algn="l" defTabSz="914400" rtl="0" eaLnBrk="1" latinLnBrk="0" hangingPunct="1">
        <a:lnSpc>
          <a:spcPts val="1680"/>
        </a:lnSpc>
        <a:spcBef>
          <a:spcPts val="1000"/>
        </a:spcBef>
        <a:buFont typeface="Arial" panose="020B0604020202020204" pitchFamily="34" charset="0"/>
        <a:buChar char="•"/>
        <a:defRPr sz="1300" b="0" i="0" kern="1200">
          <a:solidFill>
            <a:srgbClr val="00305A"/>
          </a:solidFill>
          <a:latin typeface="Roboto Th" pitchFamily="2" charset="0"/>
          <a:ea typeface="Roboto Th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2678-190D-3945-BC60-17FB266A4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65" y="3890664"/>
            <a:ext cx="5845653" cy="9233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9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 change management w/ dual accounts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09B03E4-E337-864E-AB06-320B2E8CEDB8}"/>
              </a:ext>
            </a:extLst>
          </p:cNvPr>
          <p:cNvGrpSpPr/>
          <p:nvPr/>
        </p:nvGrpSpPr>
        <p:grpSpPr>
          <a:xfrm>
            <a:off x="3592172" y="1206912"/>
            <a:ext cx="1860028" cy="5165046"/>
            <a:chOff x="3092141" y="1017226"/>
            <a:chExt cx="1860028" cy="5165046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B3915F3-7810-1342-BF15-B9DB17FB9C87}"/>
                </a:ext>
              </a:extLst>
            </p:cNvPr>
            <p:cNvSpPr/>
            <p:nvPr/>
          </p:nvSpPr>
          <p:spPr>
            <a:xfrm>
              <a:off x="3656395" y="2591773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Primary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0C90A13-10CA-7446-9338-1EC4AB462F1B}"/>
                </a:ext>
              </a:extLst>
            </p:cNvPr>
            <p:cNvSpPr/>
            <p:nvPr/>
          </p:nvSpPr>
          <p:spPr>
            <a:xfrm>
              <a:off x="3656395" y="3544188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Follower</a:t>
              </a: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2B8DCFCB-F413-4245-A59E-528EA302F159}"/>
                </a:ext>
              </a:extLst>
            </p:cNvPr>
            <p:cNvSpPr/>
            <p:nvPr/>
          </p:nvSpPr>
          <p:spPr>
            <a:xfrm>
              <a:off x="3190599" y="1017226"/>
              <a:ext cx="1664522" cy="1064685"/>
            </a:xfrm>
            <a:prstGeom prst="roundRect">
              <a:avLst>
                <a:gd name="adj" fmla="val 8999"/>
              </a:avLst>
            </a:prstGeom>
            <a:solidFill>
              <a:srgbClr val="22498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Enterprise Password Vault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Inactive: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  </a:t>
              </a:r>
              <a:r>
                <a:rPr lang="en-US" sz="1200" b="1" u="sng" kern="0" dirty="0">
                  <a:solidFill>
                    <a:srgbClr val="FFFFFF"/>
                  </a:solidFill>
                  <a:latin typeface="Calibri"/>
                </a:rPr>
                <a:t>Active</a:t>
              </a: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: </a:t>
              </a:r>
            </a:p>
          </p:txBody>
        </p:sp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78BCEE4B-02C7-C044-8D83-82D163D6AE87}"/>
                </a:ext>
              </a:extLst>
            </p:cNvPr>
            <p:cNvSpPr/>
            <p:nvPr/>
          </p:nvSpPr>
          <p:spPr>
            <a:xfrm>
              <a:off x="3924938" y="1391151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acct1</a:t>
              </a:r>
            </a:p>
          </p:txBody>
        </p:sp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0A9A94C1-40DA-8740-B201-DDA6124E3CF0}"/>
                </a:ext>
              </a:extLst>
            </p:cNvPr>
            <p:cNvSpPr/>
            <p:nvPr/>
          </p:nvSpPr>
          <p:spPr>
            <a:xfrm>
              <a:off x="3924939" y="1755403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361D99BC-F28F-6F43-9AC9-83ED1D7C6C37}"/>
                </a:ext>
              </a:extLst>
            </p:cNvPr>
            <p:cNvSpPr/>
            <p:nvPr/>
          </p:nvSpPr>
          <p:spPr>
            <a:xfrm>
              <a:off x="3731427" y="2917252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acct1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7A31DDF-D1F5-C94C-912B-D57C35B956CC}"/>
                </a:ext>
              </a:extLst>
            </p:cNvPr>
            <p:cNvSpPr/>
            <p:nvPr/>
          </p:nvSpPr>
          <p:spPr>
            <a:xfrm>
              <a:off x="3731427" y="3871704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acct1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72" name="Can 171">
              <a:extLst>
                <a:ext uri="{FF2B5EF4-FFF2-40B4-BE49-F238E27FC236}">
                  <a16:creationId xmlns:a16="http://schemas.microsoft.com/office/drawing/2014/main" id="{85C39F86-F366-8A4A-9A12-A1839AE41380}"/>
                </a:ext>
              </a:extLst>
            </p:cNvPr>
            <p:cNvSpPr/>
            <p:nvPr/>
          </p:nvSpPr>
          <p:spPr>
            <a:xfrm>
              <a:off x="3092141" y="5405973"/>
              <a:ext cx="1860028" cy="776299"/>
            </a:xfrm>
            <a:prstGeom prst="can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DB</a:t>
              </a: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E6EBA7E5-0CE6-644A-A7F5-A4988BFCFD6D}"/>
                </a:ext>
              </a:extLst>
            </p:cNvPr>
            <p:cNvSpPr/>
            <p:nvPr/>
          </p:nvSpPr>
          <p:spPr>
            <a:xfrm>
              <a:off x="4166627" y="5835296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1800D476-10C5-3A4F-A247-D0F250BADD77}"/>
                </a:ext>
              </a:extLst>
            </p:cNvPr>
            <p:cNvGrpSpPr/>
            <p:nvPr/>
          </p:nvGrpSpPr>
          <p:grpSpPr>
            <a:xfrm>
              <a:off x="3115723" y="4598130"/>
              <a:ext cx="809217" cy="1494335"/>
              <a:chOff x="424137" y="4566664"/>
              <a:chExt cx="809217" cy="1494335"/>
            </a:xfrm>
          </p:grpSpPr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2E561BBA-1D29-B94B-9471-6C224C2ED864}"/>
                  </a:ext>
                </a:extLst>
              </p:cNvPr>
              <p:cNvSpPr/>
              <p:nvPr/>
            </p:nvSpPr>
            <p:spPr>
              <a:xfrm>
                <a:off x="538018" y="5817626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5B163C5B-1241-804B-A890-3B71C1837CAF}"/>
                  </a:ext>
                </a:extLst>
              </p:cNvPr>
              <p:cNvCxnSpPr>
                <a:cxnSpLocks/>
                <a:stCxn id="177" idx="2"/>
                <a:endCxn id="175" idx="0"/>
              </p:cNvCxnSpPr>
              <p:nvPr/>
            </p:nvCxnSpPr>
            <p:spPr>
              <a:xfrm flipH="1">
                <a:off x="828745" y="5084881"/>
                <a:ext cx="1" cy="732745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74503D1F-9AE5-914D-9A41-5F1B2A79CF95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A</a:t>
                </a: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88EF075E-C72B-FC47-B929-BB52D86B6116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C320FA-6748-0F41-893F-39BF2CC5C44F}"/>
              </a:ext>
            </a:extLst>
          </p:cNvPr>
          <p:cNvGrpSpPr/>
          <p:nvPr/>
        </p:nvGrpSpPr>
        <p:grpSpPr>
          <a:xfrm>
            <a:off x="573414" y="1123777"/>
            <a:ext cx="2044612" cy="5311588"/>
            <a:chOff x="329852" y="934091"/>
            <a:chExt cx="2044612" cy="5311588"/>
          </a:xfrm>
        </p:grpSpPr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27FFE342-5B15-C94B-93FE-B0DFFC30CA02}"/>
                </a:ext>
              </a:extLst>
            </p:cNvPr>
            <p:cNvSpPr/>
            <p:nvPr/>
          </p:nvSpPr>
          <p:spPr>
            <a:xfrm>
              <a:off x="400555" y="5374507"/>
              <a:ext cx="1860028" cy="776299"/>
            </a:xfrm>
            <a:prstGeom prst="can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DB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936ED932-8B2F-924E-B17A-B263B9A2AA9D}"/>
                </a:ext>
              </a:extLst>
            </p:cNvPr>
            <p:cNvSpPr/>
            <p:nvPr/>
          </p:nvSpPr>
          <p:spPr>
            <a:xfrm>
              <a:off x="1475041" y="5803830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73E2C44-F774-9A4D-A686-CEA7CE07C63E}"/>
                </a:ext>
              </a:extLst>
            </p:cNvPr>
            <p:cNvSpPr/>
            <p:nvPr/>
          </p:nvSpPr>
          <p:spPr>
            <a:xfrm>
              <a:off x="964811" y="2593103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Primary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3D93C00-EA85-DC40-84A9-032FAE366D45}"/>
                </a:ext>
              </a:extLst>
            </p:cNvPr>
            <p:cNvSpPr/>
            <p:nvPr/>
          </p:nvSpPr>
          <p:spPr>
            <a:xfrm>
              <a:off x="964811" y="3545518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Follower</a:t>
              </a:r>
            </a:p>
          </p:txBody>
        </p:sp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6095CA67-BF18-3749-9A62-434B275FE194}"/>
                </a:ext>
              </a:extLst>
            </p:cNvPr>
            <p:cNvSpPr/>
            <p:nvPr/>
          </p:nvSpPr>
          <p:spPr>
            <a:xfrm>
              <a:off x="499015" y="1018556"/>
              <a:ext cx="1664522" cy="1064685"/>
            </a:xfrm>
            <a:prstGeom prst="roundRect">
              <a:avLst>
                <a:gd name="adj" fmla="val 8999"/>
              </a:avLst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Enterprise Password Vault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   </a:t>
              </a:r>
              <a:r>
                <a:rPr lang="en-US" sz="1200" b="1" u="sng" kern="0" dirty="0">
                  <a:solidFill>
                    <a:srgbClr val="FFFFFF"/>
                  </a:solidFill>
                  <a:latin typeface="Calibri"/>
                </a:rPr>
                <a:t>Active</a:t>
              </a: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: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Inactive: 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55C57F8-FD60-8346-B0F8-FC02E82EF331}"/>
                </a:ext>
              </a:extLst>
            </p:cNvPr>
            <p:cNvGrpSpPr/>
            <p:nvPr/>
          </p:nvGrpSpPr>
          <p:grpSpPr>
            <a:xfrm>
              <a:off x="424137" y="4566664"/>
              <a:ext cx="809217" cy="1494335"/>
              <a:chOff x="424137" y="4566664"/>
              <a:chExt cx="809217" cy="1494335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A6B8137D-5FB1-024F-8896-507F8FD4BC25}"/>
                  </a:ext>
                </a:extLst>
              </p:cNvPr>
              <p:cNvSpPr/>
              <p:nvPr/>
            </p:nvSpPr>
            <p:spPr>
              <a:xfrm>
                <a:off x="538018" y="5817626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75A34EA-D410-DB4E-9403-D8216917FCD9}"/>
                  </a:ext>
                </a:extLst>
              </p:cNvPr>
              <p:cNvCxnSpPr>
                <a:cxnSpLocks/>
                <a:stCxn id="113" idx="2"/>
                <a:endCxn id="71" idx="0"/>
              </p:cNvCxnSpPr>
              <p:nvPr/>
            </p:nvCxnSpPr>
            <p:spPr>
              <a:xfrm flipH="1">
                <a:off x="828745" y="5084881"/>
                <a:ext cx="1" cy="732745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13" name="Rounded Rectangle 112">
                <a:extLst>
                  <a:ext uri="{FF2B5EF4-FFF2-40B4-BE49-F238E27FC236}">
                    <a16:creationId xmlns:a16="http://schemas.microsoft.com/office/drawing/2014/main" id="{5F2942DF-E264-DB4D-8D56-CA3F444D725D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A</a:t>
                </a: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FA6CE43B-2E56-D64A-B17E-6D77547BBA4D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9FED1B37-8FAA-3649-BFF0-9BFA39A18333}"/>
                </a:ext>
              </a:extLst>
            </p:cNvPr>
            <p:cNvSpPr/>
            <p:nvPr/>
          </p:nvSpPr>
          <p:spPr>
            <a:xfrm>
              <a:off x="1233354" y="1392481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acct1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85E25A57-996B-3541-A01D-9D0439992227}"/>
                </a:ext>
              </a:extLst>
            </p:cNvPr>
            <p:cNvSpPr/>
            <p:nvPr/>
          </p:nvSpPr>
          <p:spPr>
            <a:xfrm>
              <a:off x="1233355" y="1756733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acct2</a:t>
              </a: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2E798543-966A-F647-88F5-5EE9DC305E9A}"/>
                </a:ext>
              </a:extLst>
            </p:cNvPr>
            <p:cNvSpPr/>
            <p:nvPr/>
          </p:nvSpPr>
          <p:spPr>
            <a:xfrm>
              <a:off x="1039843" y="2918582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acct1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A0D66973-543B-6947-8CA4-CB254CB2E6B9}"/>
                </a:ext>
              </a:extLst>
            </p:cNvPr>
            <p:cNvSpPr/>
            <p:nvPr/>
          </p:nvSpPr>
          <p:spPr>
            <a:xfrm>
              <a:off x="1039843" y="3873034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acct1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29AE236D-D1D3-5548-ACCB-B458FFEBCA21}"/>
                </a:ext>
              </a:extLst>
            </p:cNvPr>
            <p:cNvCxnSpPr>
              <a:cxnSpLocks/>
              <a:stCxn id="127" idx="2"/>
              <a:endCxn id="102" idx="0"/>
            </p:cNvCxnSpPr>
            <p:nvPr/>
          </p:nvCxnSpPr>
          <p:spPr>
            <a:xfrm flipH="1">
              <a:off x="1330571" y="2083241"/>
              <a:ext cx="705" cy="509862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7D771010-96B0-A24F-83F2-C0AEA0CF7F03}"/>
                </a:ext>
              </a:extLst>
            </p:cNvPr>
            <p:cNvSpPr/>
            <p:nvPr/>
          </p:nvSpPr>
          <p:spPr>
            <a:xfrm>
              <a:off x="850779" y="2191421"/>
              <a:ext cx="989221" cy="22023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Calibri"/>
                </a:rPr>
                <a:t>Synchronizer</a:t>
              </a:r>
              <a:endParaRPr lang="en-US" sz="110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26A756D2-C9AD-424D-A32B-CF81B8BD60CD}"/>
                </a:ext>
              </a:extLst>
            </p:cNvPr>
            <p:cNvCxnSpPr>
              <a:cxnSpLocks/>
              <a:stCxn id="102" idx="4"/>
              <a:endCxn id="111" idx="0"/>
            </p:cNvCxnSpPr>
            <p:nvPr/>
          </p:nvCxnSpPr>
          <p:spPr>
            <a:xfrm>
              <a:off x="1330571" y="3324623"/>
              <a:ext cx="0" cy="220895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8BED508F-BA23-FD4D-8193-ED640351B5D5}"/>
                </a:ext>
              </a:extLst>
            </p:cNvPr>
            <p:cNvCxnSpPr>
              <a:cxnSpLocks/>
              <a:stCxn id="113" idx="0"/>
              <a:endCxn id="111" idx="4"/>
            </p:cNvCxnSpPr>
            <p:nvPr/>
          </p:nvCxnSpPr>
          <p:spPr>
            <a:xfrm flipV="1">
              <a:off x="828746" y="4277038"/>
              <a:ext cx="501825" cy="289626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sp>
          <p:nvSpPr>
            <p:cNvPr id="195" name="Rounded Rectangle 194">
              <a:extLst>
                <a:ext uri="{FF2B5EF4-FFF2-40B4-BE49-F238E27FC236}">
                  <a16:creationId xmlns:a16="http://schemas.microsoft.com/office/drawing/2014/main" id="{4BF212BD-1108-6648-BB8A-B570E556F701}"/>
                </a:ext>
              </a:extLst>
            </p:cNvPr>
            <p:cNvSpPr/>
            <p:nvPr/>
          </p:nvSpPr>
          <p:spPr>
            <a:xfrm>
              <a:off x="329852" y="934091"/>
              <a:ext cx="2044612" cy="5311588"/>
            </a:xfrm>
            <a:prstGeom prst="roundRect">
              <a:avLst>
                <a:gd name="adj" fmla="val 4607"/>
              </a:avLst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kern="0" dirty="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310A0D-1B6F-434E-9C0C-23EEE92573F0}"/>
              </a:ext>
            </a:extLst>
          </p:cNvPr>
          <p:cNvGrpSpPr/>
          <p:nvPr/>
        </p:nvGrpSpPr>
        <p:grpSpPr>
          <a:xfrm>
            <a:off x="6295359" y="1123777"/>
            <a:ext cx="2044612" cy="5311588"/>
            <a:chOff x="5543381" y="934091"/>
            <a:chExt cx="2044612" cy="5311588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90E9FB62-3953-8240-A73C-97E612319EA3}"/>
                </a:ext>
              </a:extLst>
            </p:cNvPr>
            <p:cNvSpPr/>
            <p:nvPr/>
          </p:nvSpPr>
          <p:spPr>
            <a:xfrm>
              <a:off x="6199929" y="2591773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Primary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7799E5F-A921-2E4A-A7F0-7200236BAEFD}"/>
                </a:ext>
              </a:extLst>
            </p:cNvPr>
            <p:cNvSpPr/>
            <p:nvPr/>
          </p:nvSpPr>
          <p:spPr>
            <a:xfrm>
              <a:off x="6199929" y="3544188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Follower</a:t>
              </a:r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020A1A09-DE79-7847-9F95-338F4A9DC3E3}"/>
                </a:ext>
              </a:extLst>
            </p:cNvPr>
            <p:cNvSpPr/>
            <p:nvPr/>
          </p:nvSpPr>
          <p:spPr>
            <a:xfrm>
              <a:off x="5734133" y="1017226"/>
              <a:ext cx="1664522" cy="1064685"/>
            </a:xfrm>
            <a:prstGeom prst="roundRect">
              <a:avLst>
                <a:gd name="adj" fmla="val 8999"/>
              </a:avLst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Enterprise Password Vault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Inactive: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  </a:t>
              </a:r>
              <a:r>
                <a:rPr lang="en-US" sz="1200" b="1" u="sng" kern="0" dirty="0">
                  <a:solidFill>
                    <a:srgbClr val="FFFFFF"/>
                  </a:solidFill>
                  <a:latin typeface="Calibri"/>
                </a:rPr>
                <a:t>Active</a:t>
              </a: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: </a:t>
              </a:r>
            </a:p>
          </p:txBody>
        </p: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AF61479E-3756-2348-9543-8A29CF9264D5}"/>
                </a:ext>
              </a:extLst>
            </p:cNvPr>
            <p:cNvCxnSpPr>
              <a:cxnSpLocks/>
              <a:stCxn id="152" idx="2"/>
              <a:endCxn id="150" idx="0"/>
            </p:cNvCxnSpPr>
            <p:nvPr/>
          </p:nvCxnSpPr>
          <p:spPr>
            <a:xfrm flipH="1">
              <a:off x="6565689" y="2081911"/>
              <a:ext cx="705" cy="509862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CAA98319-6E60-AA46-9D2A-5A8A9F473CDE}"/>
                </a:ext>
              </a:extLst>
            </p:cNvPr>
            <p:cNvSpPr/>
            <p:nvPr/>
          </p:nvSpPr>
          <p:spPr>
            <a:xfrm>
              <a:off x="6071783" y="2186288"/>
              <a:ext cx="989221" cy="22023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Calibri"/>
                </a:rPr>
                <a:t>Synchronizer</a:t>
              </a:r>
              <a:endParaRPr lang="en-US" sz="110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8F18AF2B-72ED-4846-8766-CDA9CC9FA7A9}"/>
                </a:ext>
              </a:extLst>
            </p:cNvPr>
            <p:cNvCxnSpPr>
              <a:cxnSpLocks/>
              <a:stCxn id="150" idx="4"/>
              <a:endCxn id="151" idx="0"/>
            </p:cNvCxnSpPr>
            <p:nvPr/>
          </p:nvCxnSpPr>
          <p:spPr>
            <a:xfrm>
              <a:off x="6565689" y="3323293"/>
              <a:ext cx="0" cy="220895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AE3630F9-A611-8846-92EC-4C236E51BFA8}"/>
                </a:ext>
              </a:extLst>
            </p:cNvPr>
            <p:cNvCxnSpPr>
              <a:cxnSpLocks/>
              <a:stCxn id="189" idx="0"/>
              <a:endCxn id="151" idx="5"/>
            </p:cNvCxnSpPr>
            <p:nvPr/>
          </p:nvCxnSpPr>
          <p:spPr>
            <a:xfrm flipH="1" flipV="1">
              <a:off x="6824320" y="4168579"/>
              <a:ext cx="196814" cy="415043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  <p:sp>
          <p:nvSpPr>
            <p:cNvPr id="157" name="Rounded Rectangle 156">
              <a:extLst>
                <a:ext uri="{FF2B5EF4-FFF2-40B4-BE49-F238E27FC236}">
                  <a16:creationId xmlns:a16="http://schemas.microsoft.com/office/drawing/2014/main" id="{45103CB7-3E8A-E54E-B855-954161644BA9}"/>
                </a:ext>
              </a:extLst>
            </p:cNvPr>
            <p:cNvSpPr/>
            <p:nvPr/>
          </p:nvSpPr>
          <p:spPr>
            <a:xfrm>
              <a:off x="6468472" y="1391151"/>
              <a:ext cx="581453" cy="24337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acct1</a:t>
              </a:r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9A997317-E2A3-114B-AB1F-CBE15D51B34F}"/>
                </a:ext>
              </a:extLst>
            </p:cNvPr>
            <p:cNvSpPr/>
            <p:nvPr/>
          </p:nvSpPr>
          <p:spPr>
            <a:xfrm>
              <a:off x="6468473" y="1755403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59" name="Rounded Rectangle 158">
              <a:extLst>
                <a:ext uri="{FF2B5EF4-FFF2-40B4-BE49-F238E27FC236}">
                  <a16:creationId xmlns:a16="http://schemas.microsoft.com/office/drawing/2014/main" id="{F1C3D612-9538-F54B-9D8D-0612FCDF71D8}"/>
                </a:ext>
              </a:extLst>
            </p:cNvPr>
            <p:cNvSpPr/>
            <p:nvPr/>
          </p:nvSpPr>
          <p:spPr>
            <a:xfrm>
              <a:off x="6274961" y="2917252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18CC6221-93E0-1146-8237-F9168F8B1BFD}"/>
                </a:ext>
              </a:extLst>
            </p:cNvPr>
            <p:cNvSpPr/>
            <p:nvPr/>
          </p:nvSpPr>
          <p:spPr>
            <a:xfrm>
              <a:off x="6274961" y="3871704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179" name="Can 178">
              <a:extLst>
                <a:ext uri="{FF2B5EF4-FFF2-40B4-BE49-F238E27FC236}">
                  <a16:creationId xmlns:a16="http://schemas.microsoft.com/office/drawing/2014/main" id="{25EBACAB-8CF6-A845-8613-218B6BF422F6}"/>
                </a:ext>
              </a:extLst>
            </p:cNvPr>
            <p:cNvSpPr/>
            <p:nvPr/>
          </p:nvSpPr>
          <p:spPr>
            <a:xfrm>
              <a:off x="5596670" y="5374507"/>
              <a:ext cx="1860028" cy="776299"/>
            </a:xfrm>
            <a:prstGeom prst="can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DB</a:t>
              </a: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70DD06D-2BEF-DB4F-8E97-FD8D74BBF990}"/>
                </a:ext>
              </a:extLst>
            </p:cNvPr>
            <p:cNvGrpSpPr/>
            <p:nvPr/>
          </p:nvGrpSpPr>
          <p:grpSpPr>
            <a:xfrm>
              <a:off x="5620252" y="4566664"/>
              <a:ext cx="809217" cy="1494335"/>
              <a:chOff x="424137" y="4566664"/>
              <a:chExt cx="809217" cy="1494335"/>
            </a:xfrm>
          </p:grpSpPr>
          <p:sp>
            <p:nvSpPr>
              <p:cNvPr id="182" name="Rounded Rectangle 181">
                <a:extLst>
                  <a:ext uri="{FF2B5EF4-FFF2-40B4-BE49-F238E27FC236}">
                    <a16:creationId xmlns:a16="http://schemas.microsoft.com/office/drawing/2014/main" id="{D1CB1CEE-4391-0C48-9D35-139A5E12487E}"/>
                  </a:ext>
                </a:extLst>
              </p:cNvPr>
              <p:cNvSpPr/>
              <p:nvPr/>
            </p:nvSpPr>
            <p:spPr>
              <a:xfrm>
                <a:off x="538018" y="5817626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A823E6F0-A6E6-944F-98E7-285104A0BD9E}"/>
                  </a:ext>
                </a:extLst>
              </p:cNvPr>
              <p:cNvCxnSpPr>
                <a:cxnSpLocks/>
                <a:stCxn id="184" idx="2"/>
                <a:endCxn id="182" idx="0"/>
              </p:cNvCxnSpPr>
              <p:nvPr/>
            </p:nvCxnSpPr>
            <p:spPr>
              <a:xfrm flipH="1">
                <a:off x="828745" y="5084881"/>
                <a:ext cx="1" cy="732745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2E23CD50-64B3-B840-A205-6CD268E55837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A</a:t>
                </a:r>
              </a:p>
            </p:txBody>
          </p:sp>
          <p:sp>
            <p:nvSpPr>
              <p:cNvPr id="185" name="Rounded Rectangle 184">
                <a:extLst>
                  <a:ext uri="{FF2B5EF4-FFF2-40B4-BE49-F238E27FC236}">
                    <a16:creationId xmlns:a16="http://schemas.microsoft.com/office/drawing/2014/main" id="{6EBCC32C-908E-E54F-A6F6-5A0DBF57399C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acct1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A794E324-0ADB-EC46-95A0-8259F4326F53}"/>
                </a:ext>
              </a:extLst>
            </p:cNvPr>
            <p:cNvGrpSpPr/>
            <p:nvPr/>
          </p:nvGrpSpPr>
          <p:grpSpPr>
            <a:xfrm>
              <a:off x="6616525" y="4583622"/>
              <a:ext cx="809217" cy="1494335"/>
              <a:chOff x="424137" y="4566664"/>
              <a:chExt cx="809217" cy="1494335"/>
            </a:xfrm>
          </p:grpSpPr>
          <p:sp>
            <p:nvSpPr>
              <p:cNvPr id="187" name="Rounded Rectangle 186">
                <a:extLst>
                  <a:ext uri="{FF2B5EF4-FFF2-40B4-BE49-F238E27FC236}">
                    <a16:creationId xmlns:a16="http://schemas.microsoft.com/office/drawing/2014/main" id="{59C199F9-E8A5-734F-995C-7A79B449F872}"/>
                  </a:ext>
                </a:extLst>
              </p:cNvPr>
              <p:cNvSpPr/>
              <p:nvPr/>
            </p:nvSpPr>
            <p:spPr>
              <a:xfrm>
                <a:off x="538018" y="5817626"/>
                <a:ext cx="581453" cy="243373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acct2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4B8FE678-E506-804D-ADFF-9E1C19E15B78}"/>
                  </a:ext>
                </a:extLst>
              </p:cNvPr>
              <p:cNvCxnSpPr>
                <a:cxnSpLocks/>
                <a:stCxn id="189" idx="2"/>
                <a:endCxn id="187" idx="0"/>
              </p:cNvCxnSpPr>
              <p:nvPr/>
            </p:nvCxnSpPr>
            <p:spPr>
              <a:xfrm flipH="1">
                <a:off x="828745" y="5084881"/>
                <a:ext cx="1" cy="732745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89" name="Rounded Rectangle 188">
                <a:extLst>
                  <a:ext uri="{FF2B5EF4-FFF2-40B4-BE49-F238E27FC236}">
                    <a16:creationId xmlns:a16="http://schemas.microsoft.com/office/drawing/2014/main" id="{CF97C03B-4C9F-CF42-B940-9410806CC019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</a:t>
                </a:r>
              </a:p>
            </p:txBody>
          </p:sp>
          <p:sp>
            <p:nvSpPr>
              <p:cNvPr id="190" name="Rounded Rectangle 189">
                <a:extLst>
                  <a:ext uri="{FF2B5EF4-FFF2-40B4-BE49-F238E27FC236}">
                    <a16:creationId xmlns:a16="http://schemas.microsoft.com/office/drawing/2014/main" id="{49BA6113-06C7-6A43-9F27-48422ACE84D5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acct2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  <p:sp>
          <p:nvSpPr>
            <p:cNvPr id="196" name="Rounded Rectangle 195">
              <a:extLst>
                <a:ext uri="{FF2B5EF4-FFF2-40B4-BE49-F238E27FC236}">
                  <a16:creationId xmlns:a16="http://schemas.microsoft.com/office/drawing/2014/main" id="{1B5823D4-E663-1C43-B189-0DB34EADF1B6}"/>
                </a:ext>
              </a:extLst>
            </p:cNvPr>
            <p:cNvSpPr/>
            <p:nvPr/>
          </p:nvSpPr>
          <p:spPr>
            <a:xfrm>
              <a:off x="5543381" y="934091"/>
              <a:ext cx="2044612" cy="5311588"/>
            </a:xfrm>
            <a:prstGeom prst="roundRect">
              <a:avLst>
                <a:gd name="adj" fmla="val 4607"/>
              </a:avLst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kern="0" dirty="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288D427-635F-D946-A676-4A06678D9D88}"/>
              </a:ext>
            </a:extLst>
          </p:cNvPr>
          <p:cNvGrpSpPr/>
          <p:nvPr/>
        </p:nvGrpSpPr>
        <p:grpSpPr>
          <a:xfrm>
            <a:off x="9365267" y="1206912"/>
            <a:ext cx="1860028" cy="5133580"/>
            <a:chOff x="8215534" y="1017226"/>
            <a:chExt cx="1860028" cy="5133580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82D2208E-872C-424A-9544-47AE4281F659}"/>
                </a:ext>
              </a:extLst>
            </p:cNvPr>
            <p:cNvSpPr/>
            <p:nvPr/>
          </p:nvSpPr>
          <p:spPr>
            <a:xfrm>
              <a:off x="8818793" y="2591773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Primary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CF0E94D-0DCC-954F-99B8-87B3A75B6754}"/>
                </a:ext>
              </a:extLst>
            </p:cNvPr>
            <p:cNvSpPr/>
            <p:nvPr/>
          </p:nvSpPr>
          <p:spPr>
            <a:xfrm>
              <a:off x="8818793" y="3544188"/>
              <a:ext cx="731520" cy="731520"/>
            </a:xfrm>
            <a:prstGeom prst="ellipse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Follower</a:t>
              </a:r>
            </a:p>
          </p:txBody>
        </p:sp>
        <p:sp>
          <p:nvSpPr>
            <p:cNvPr id="199" name="Rounded Rectangle 198">
              <a:extLst>
                <a:ext uri="{FF2B5EF4-FFF2-40B4-BE49-F238E27FC236}">
                  <a16:creationId xmlns:a16="http://schemas.microsoft.com/office/drawing/2014/main" id="{79CD4BC4-773D-C343-9A00-11EA0CC627A8}"/>
                </a:ext>
              </a:extLst>
            </p:cNvPr>
            <p:cNvSpPr/>
            <p:nvPr/>
          </p:nvSpPr>
          <p:spPr>
            <a:xfrm>
              <a:off x="8352997" y="1017226"/>
              <a:ext cx="1664522" cy="1064685"/>
            </a:xfrm>
            <a:prstGeom prst="roundRect">
              <a:avLst>
                <a:gd name="adj" fmla="val 8999"/>
              </a:avLst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Enterprise Password Vault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Inactive: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  </a:t>
              </a:r>
              <a:r>
                <a:rPr lang="en-US" sz="1200" b="1" u="sng" kern="0" dirty="0">
                  <a:solidFill>
                    <a:srgbClr val="FFFFFF"/>
                  </a:solidFill>
                  <a:latin typeface="Calibri"/>
                </a:rPr>
                <a:t>Active</a:t>
              </a:r>
              <a:r>
                <a:rPr lang="en-US" sz="1200" kern="0" dirty="0">
                  <a:solidFill>
                    <a:srgbClr val="FFFFFF"/>
                  </a:solidFill>
                  <a:latin typeface="Calibri"/>
                </a:rPr>
                <a:t>: </a:t>
              </a:r>
            </a:p>
          </p:txBody>
        </p:sp>
        <p:sp>
          <p:nvSpPr>
            <p:cNvPr id="204" name="Rounded Rectangle 203">
              <a:extLst>
                <a:ext uri="{FF2B5EF4-FFF2-40B4-BE49-F238E27FC236}">
                  <a16:creationId xmlns:a16="http://schemas.microsoft.com/office/drawing/2014/main" id="{AFE94227-130B-DB49-A889-247189B00D1A}"/>
                </a:ext>
              </a:extLst>
            </p:cNvPr>
            <p:cNvSpPr/>
            <p:nvPr/>
          </p:nvSpPr>
          <p:spPr>
            <a:xfrm>
              <a:off x="9087336" y="1391151"/>
              <a:ext cx="581453" cy="243373"/>
            </a:xfrm>
            <a:prstGeom prst="roundRect">
              <a:avLst/>
            </a:prstGeom>
            <a:solidFill>
              <a:srgbClr val="00B05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acct1’</a:t>
              </a:r>
            </a:p>
          </p:txBody>
        </p:sp>
        <p:sp>
          <p:nvSpPr>
            <p:cNvPr id="205" name="Rounded Rectangle 204">
              <a:extLst>
                <a:ext uri="{FF2B5EF4-FFF2-40B4-BE49-F238E27FC236}">
                  <a16:creationId xmlns:a16="http://schemas.microsoft.com/office/drawing/2014/main" id="{3D63EA0E-66D2-F841-829D-2506EB70614D}"/>
                </a:ext>
              </a:extLst>
            </p:cNvPr>
            <p:cNvSpPr/>
            <p:nvPr/>
          </p:nvSpPr>
          <p:spPr>
            <a:xfrm>
              <a:off x="9087337" y="1755403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206" name="Rounded Rectangle 205">
              <a:extLst>
                <a:ext uri="{FF2B5EF4-FFF2-40B4-BE49-F238E27FC236}">
                  <a16:creationId xmlns:a16="http://schemas.microsoft.com/office/drawing/2014/main" id="{ACA9A0CF-72B4-8A48-B105-5B6C3A1D9715}"/>
                </a:ext>
              </a:extLst>
            </p:cNvPr>
            <p:cNvSpPr/>
            <p:nvPr/>
          </p:nvSpPr>
          <p:spPr>
            <a:xfrm>
              <a:off x="8893825" y="2917252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207" name="Rounded Rectangle 206">
              <a:extLst>
                <a:ext uri="{FF2B5EF4-FFF2-40B4-BE49-F238E27FC236}">
                  <a16:creationId xmlns:a16="http://schemas.microsoft.com/office/drawing/2014/main" id="{C6FA35BA-FEE6-7F4B-9F2F-E06D09E21DA4}"/>
                </a:ext>
              </a:extLst>
            </p:cNvPr>
            <p:cNvSpPr/>
            <p:nvPr/>
          </p:nvSpPr>
          <p:spPr>
            <a:xfrm>
              <a:off x="8893825" y="3871704"/>
              <a:ext cx="581453" cy="24337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Proxima Nova" charset="0"/>
                  <a:cs typeface="Proxima Nova" charset="0"/>
                </a:rPr>
                <a:t>acct2</a:t>
              </a:r>
              <a:endParaRPr lang="en-US" sz="1200" b="0" i="0" dirty="0">
                <a:solidFill>
                  <a:schemeClr val="bg1"/>
                </a:solidFill>
                <a:ea typeface="Proxima Nova" charset="0"/>
                <a:cs typeface="Proxima Nova" charset="0"/>
              </a:endParaRPr>
            </a:p>
          </p:txBody>
        </p:sp>
        <p:sp>
          <p:nvSpPr>
            <p:cNvPr id="208" name="Can 207">
              <a:extLst>
                <a:ext uri="{FF2B5EF4-FFF2-40B4-BE49-F238E27FC236}">
                  <a16:creationId xmlns:a16="http://schemas.microsoft.com/office/drawing/2014/main" id="{01CEE06A-B0AB-D84E-8C57-83AE4B50D913}"/>
                </a:ext>
              </a:extLst>
            </p:cNvPr>
            <p:cNvSpPr/>
            <p:nvPr/>
          </p:nvSpPr>
          <p:spPr>
            <a:xfrm>
              <a:off x="8215534" y="5374507"/>
              <a:ext cx="1860028" cy="776299"/>
            </a:xfrm>
            <a:prstGeom prst="can">
              <a:avLst/>
            </a:prstGeom>
            <a:solidFill>
              <a:srgbClr val="224982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defTabSz="914400"/>
              <a:r>
                <a:rPr lang="en-US" sz="1000" kern="0" dirty="0">
                  <a:solidFill>
                    <a:srgbClr val="FFFFFF"/>
                  </a:solidFill>
                  <a:latin typeface="Calibri"/>
                </a:rPr>
                <a:t>DB</a:t>
              </a:r>
            </a:p>
          </p:txBody>
        </p:sp>
        <p:sp>
          <p:nvSpPr>
            <p:cNvPr id="210" name="Rounded Rectangle 209">
              <a:extLst>
                <a:ext uri="{FF2B5EF4-FFF2-40B4-BE49-F238E27FC236}">
                  <a16:creationId xmlns:a16="http://schemas.microsoft.com/office/drawing/2014/main" id="{43115A2E-B68B-EC4B-A19D-A8BE71E4A04F}"/>
                </a:ext>
              </a:extLst>
            </p:cNvPr>
            <p:cNvSpPr/>
            <p:nvPr/>
          </p:nvSpPr>
          <p:spPr>
            <a:xfrm>
              <a:off x="8352997" y="5817626"/>
              <a:ext cx="581453" cy="243373"/>
            </a:xfrm>
            <a:prstGeom prst="roundRect">
              <a:avLst/>
            </a:prstGeom>
            <a:solidFill>
              <a:srgbClr val="00B05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acct1’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EDF83A4-C723-D942-B5A1-1F8D477EABD1}"/>
                </a:ext>
              </a:extLst>
            </p:cNvPr>
            <p:cNvGrpSpPr/>
            <p:nvPr/>
          </p:nvGrpSpPr>
          <p:grpSpPr>
            <a:xfrm>
              <a:off x="9235389" y="4583622"/>
              <a:ext cx="809217" cy="1494335"/>
              <a:chOff x="424137" y="4566664"/>
              <a:chExt cx="809217" cy="1494335"/>
            </a:xfrm>
          </p:grpSpPr>
          <p:sp>
            <p:nvSpPr>
              <p:cNvPr id="215" name="Rounded Rectangle 214">
                <a:extLst>
                  <a:ext uri="{FF2B5EF4-FFF2-40B4-BE49-F238E27FC236}">
                    <a16:creationId xmlns:a16="http://schemas.microsoft.com/office/drawing/2014/main" id="{5A95EBDE-21E8-3F4B-9876-74FC77A2834D}"/>
                  </a:ext>
                </a:extLst>
              </p:cNvPr>
              <p:cNvSpPr/>
              <p:nvPr/>
            </p:nvSpPr>
            <p:spPr>
              <a:xfrm>
                <a:off x="538018" y="5817626"/>
                <a:ext cx="581453" cy="243373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acct2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  <p:cxnSp>
            <p:nvCxnSpPr>
              <p:cNvPr id="216" name="Straight Arrow Connector 215">
                <a:extLst>
                  <a:ext uri="{FF2B5EF4-FFF2-40B4-BE49-F238E27FC236}">
                    <a16:creationId xmlns:a16="http://schemas.microsoft.com/office/drawing/2014/main" id="{4D0E13EC-B1F6-6244-98E0-491BDC05E806}"/>
                  </a:ext>
                </a:extLst>
              </p:cNvPr>
              <p:cNvCxnSpPr>
                <a:cxnSpLocks/>
                <a:stCxn id="217" idx="2"/>
                <a:endCxn id="215" idx="0"/>
              </p:cNvCxnSpPr>
              <p:nvPr/>
            </p:nvCxnSpPr>
            <p:spPr>
              <a:xfrm flipH="1">
                <a:off x="828745" y="5084881"/>
                <a:ext cx="1" cy="732745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17" name="Rounded Rectangle 216">
                <a:extLst>
                  <a:ext uri="{FF2B5EF4-FFF2-40B4-BE49-F238E27FC236}">
                    <a16:creationId xmlns:a16="http://schemas.microsoft.com/office/drawing/2014/main" id="{947F6F79-1A60-F243-962B-30E30D45F3DF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</a:t>
                </a:r>
              </a:p>
            </p:txBody>
          </p:sp>
          <p:sp>
            <p:nvSpPr>
              <p:cNvPr id="218" name="Rounded Rectangle 217">
                <a:extLst>
                  <a:ext uri="{FF2B5EF4-FFF2-40B4-BE49-F238E27FC236}">
                    <a16:creationId xmlns:a16="http://schemas.microsoft.com/office/drawing/2014/main" id="{DF9694B7-88EF-7346-A756-4969C568160C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acct2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CE28AC9-6200-8F49-931A-43CBA0E7102A}"/>
                </a:ext>
              </a:extLst>
            </p:cNvPr>
            <p:cNvGrpSpPr/>
            <p:nvPr/>
          </p:nvGrpSpPr>
          <p:grpSpPr>
            <a:xfrm>
              <a:off x="8262842" y="4589276"/>
              <a:ext cx="1377155" cy="1245308"/>
              <a:chOff x="424137" y="4566664"/>
              <a:chExt cx="1377155" cy="1245308"/>
            </a:xfrm>
          </p:grpSpPr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2938B31B-1A9B-8541-A6F5-9513CF676F17}"/>
                  </a:ext>
                </a:extLst>
              </p:cNvPr>
              <p:cNvCxnSpPr>
                <a:cxnSpLocks/>
                <a:stCxn id="223" idx="2"/>
                <a:endCxn id="215" idx="0"/>
              </p:cNvCxnSpPr>
              <p:nvPr/>
            </p:nvCxnSpPr>
            <p:spPr>
              <a:xfrm>
                <a:off x="828746" y="5084881"/>
                <a:ext cx="972546" cy="727091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23" name="Rounded Rectangle 222">
                <a:extLst>
                  <a:ext uri="{FF2B5EF4-FFF2-40B4-BE49-F238E27FC236}">
                    <a16:creationId xmlns:a16="http://schemas.microsoft.com/office/drawing/2014/main" id="{693061C1-2457-214F-8F82-C732EFE5B4F4}"/>
                  </a:ext>
                </a:extLst>
              </p:cNvPr>
              <p:cNvSpPr/>
              <p:nvPr/>
            </p:nvSpPr>
            <p:spPr>
              <a:xfrm>
                <a:off x="424137" y="4566664"/>
                <a:ext cx="809217" cy="518217"/>
              </a:xfrm>
              <a:prstGeom prst="roundRect">
                <a:avLst/>
              </a:prstGeom>
              <a:solidFill>
                <a:srgbClr val="FFFFFF">
                  <a:alpha val="50000"/>
                </a:srgbClr>
              </a:solidFill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t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C</a:t>
                </a:r>
              </a:p>
            </p:txBody>
          </p:sp>
          <p:sp>
            <p:nvSpPr>
              <p:cNvPr id="224" name="Rounded Rectangle 223">
                <a:extLst>
                  <a:ext uri="{FF2B5EF4-FFF2-40B4-BE49-F238E27FC236}">
                    <a16:creationId xmlns:a16="http://schemas.microsoft.com/office/drawing/2014/main" id="{68B9158F-446C-DF4D-BC6F-96FB287C0FF1}"/>
                  </a:ext>
                </a:extLst>
              </p:cNvPr>
              <p:cNvSpPr/>
              <p:nvPr/>
            </p:nvSpPr>
            <p:spPr>
              <a:xfrm>
                <a:off x="538018" y="4812279"/>
                <a:ext cx="581453" cy="243373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ea typeface="Proxima Nova" charset="0"/>
                    <a:cs typeface="Proxima Nova" charset="0"/>
                  </a:rPr>
                  <a:t>acct2</a:t>
                </a:r>
                <a:endParaRPr lang="en-US" sz="1200" b="0" i="0" dirty="0">
                  <a:solidFill>
                    <a:schemeClr val="bg1"/>
                  </a:solidFill>
                  <a:ea typeface="Proxima Nova" charset="0"/>
                  <a:cs typeface="Proxima Nova" charset="0"/>
                </a:endParaRPr>
              </a:p>
            </p:txBody>
          </p:sp>
        </p:grp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9818C683-9075-CA4C-B9C2-70BC07793E9D}"/>
                </a:ext>
              </a:extLst>
            </p:cNvPr>
            <p:cNvCxnSpPr>
              <a:cxnSpLocks/>
              <a:stCxn id="223" idx="0"/>
              <a:endCxn id="198" idx="3"/>
            </p:cNvCxnSpPr>
            <p:nvPr/>
          </p:nvCxnSpPr>
          <p:spPr>
            <a:xfrm flipV="1">
              <a:off x="8667451" y="4168579"/>
              <a:ext cx="258471" cy="420697"/>
            </a:xfrm>
            <a:prstGeom prst="straightConnector1">
              <a:avLst/>
            </a:prstGeom>
            <a:noFill/>
            <a:ln w="25400" cap="flat" cmpd="sng" algn="ctr">
              <a:solidFill>
                <a:srgbClr val="224982"/>
              </a:solidFill>
              <a:prstDash val="solid"/>
              <a:tailEnd type="triangle"/>
            </a:ln>
            <a:effectLst/>
          </p:spPr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B4CF347A-E236-9344-9267-7C3E54E56773}"/>
              </a:ext>
            </a:extLst>
          </p:cNvPr>
          <p:cNvSpPr/>
          <p:nvPr/>
        </p:nvSpPr>
        <p:spPr>
          <a:xfrm>
            <a:off x="932718" y="742949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Proxima Nova" charset="0"/>
                <a:cs typeface="Proxima Nova" charset="0"/>
              </a:rPr>
              <a:t>Initial State</a:t>
            </a:r>
            <a:endParaRPr lang="en-US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F34988B-B630-4B44-A7F3-BF15F003D33B}"/>
              </a:ext>
            </a:extLst>
          </p:cNvPr>
          <p:cNvSpPr/>
          <p:nvPr/>
        </p:nvSpPr>
        <p:spPr>
          <a:xfrm>
            <a:off x="4048540" y="754445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Proxima Nova" charset="0"/>
                <a:cs typeface="Proxima Nova" charset="0"/>
              </a:rPr>
              <a:t>Rotation 1</a:t>
            </a:r>
            <a:endParaRPr lang="en-US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05D376D-C362-524A-911B-B8B965B32E7D}"/>
              </a:ext>
            </a:extLst>
          </p:cNvPr>
          <p:cNvSpPr/>
          <p:nvPr/>
        </p:nvSpPr>
        <p:spPr>
          <a:xfrm>
            <a:off x="6455432" y="749578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Proxima Nova" charset="0"/>
                <a:cs typeface="Proxima Nova" charset="0"/>
              </a:rPr>
              <a:t>Synchronization</a:t>
            </a:r>
            <a:endParaRPr lang="en-US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1661BC9-0482-0F4C-B64E-E71265DA5601}"/>
              </a:ext>
            </a:extLst>
          </p:cNvPr>
          <p:cNvSpPr/>
          <p:nvPr/>
        </p:nvSpPr>
        <p:spPr>
          <a:xfrm>
            <a:off x="9716166" y="725216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Proxima Nova" charset="0"/>
                <a:cs typeface="Proxima Nova" charset="0"/>
              </a:rPr>
              <a:t>Rotation 2</a:t>
            </a:r>
            <a:endParaRPr lang="en-US" dirty="0"/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DF179EF4-1278-1A4F-850C-5F9C0FC68DB9}"/>
              </a:ext>
            </a:extLst>
          </p:cNvPr>
          <p:cNvSpPr/>
          <p:nvPr/>
        </p:nvSpPr>
        <p:spPr>
          <a:xfrm>
            <a:off x="3628608" y="1542569"/>
            <a:ext cx="1823591" cy="7582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BDE851E-2A78-474B-B407-EC3D3C430364}"/>
              </a:ext>
            </a:extLst>
          </p:cNvPr>
          <p:cNvGrpSpPr/>
          <p:nvPr/>
        </p:nvGrpSpPr>
        <p:grpSpPr>
          <a:xfrm>
            <a:off x="2706825" y="951316"/>
            <a:ext cx="957027" cy="751207"/>
            <a:chOff x="2706825" y="951316"/>
            <a:chExt cx="957027" cy="75120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CC8009C-88C1-D647-ABD0-F8159F22ABBC}"/>
                </a:ext>
              </a:extLst>
            </p:cNvPr>
            <p:cNvSpPr/>
            <p:nvPr/>
          </p:nvSpPr>
          <p:spPr>
            <a:xfrm>
              <a:off x="2780730" y="1271636"/>
              <a:ext cx="80921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ea typeface="Proxima Nova" charset="0"/>
                  <a:cs typeface="Proxima Nova" charset="0"/>
                </a:rPr>
                <a:t>CPM Interval</a:t>
              </a:r>
              <a:endParaRPr lang="en-US" sz="1050" dirty="0"/>
            </a:p>
          </p:txBody>
        </p:sp>
        <p:sp>
          <p:nvSpPr>
            <p:cNvPr id="64" name="Right Brace 63">
              <a:extLst>
                <a:ext uri="{FF2B5EF4-FFF2-40B4-BE49-F238E27FC236}">
                  <a16:creationId xmlns:a16="http://schemas.microsoft.com/office/drawing/2014/main" id="{7DA3CB5F-AA3D-EB4E-8AEF-D7323D3AE4A4}"/>
                </a:ext>
              </a:extLst>
            </p:cNvPr>
            <p:cNvSpPr/>
            <p:nvPr/>
          </p:nvSpPr>
          <p:spPr>
            <a:xfrm rot="5400000">
              <a:off x="3039112" y="619029"/>
              <a:ext cx="292453" cy="95702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CCEF30F-C6E2-134B-8AA5-52B6FC302936}"/>
              </a:ext>
            </a:extLst>
          </p:cNvPr>
          <p:cNvGrpSpPr/>
          <p:nvPr/>
        </p:nvGrpSpPr>
        <p:grpSpPr>
          <a:xfrm>
            <a:off x="5391621" y="951316"/>
            <a:ext cx="957027" cy="735818"/>
            <a:chOff x="2706825" y="951316"/>
            <a:chExt cx="957027" cy="735818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7FFD70BB-EE8E-244A-8463-CBAC9BBE379C}"/>
                </a:ext>
              </a:extLst>
            </p:cNvPr>
            <p:cNvSpPr/>
            <p:nvPr/>
          </p:nvSpPr>
          <p:spPr>
            <a:xfrm>
              <a:off x="2780730" y="1271636"/>
              <a:ext cx="809216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ea typeface="Proxima Nova" charset="0"/>
                  <a:cs typeface="Proxima Nova" charset="0"/>
                </a:rPr>
                <a:t>Sync Interval</a:t>
              </a:r>
              <a:endParaRPr lang="en-US" sz="1050" dirty="0"/>
            </a:p>
          </p:txBody>
        </p:sp>
        <p:sp>
          <p:nvSpPr>
            <p:cNvPr id="232" name="Right Brace 231">
              <a:extLst>
                <a:ext uri="{FF2B5EF4-FFF2-40B4-BE49-F238E27FC236}">
                  <a16:creationId xmlns:a16="http://schemas.microsoft.com/office/drawing/2014/main" id="{3584C49D-C0FC-074D-9DD4-FBBF601F3A68}"/>
                </a:ext>
              </a:extLst>
            </p:cNvPr>
            <p:cNvSpPr/>
            <p:nvPr/>
          </p:nvSpPr>
          <p:spPr>
            <a:xfrm rot="5400000">
              <a:off x="3039112" y="619029"/>
              <a:ext cx="292453" cy="95702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7BC22A2-FEC9-CB43-8A10-BBD20C5ADB2A}"/>
              </a:ext>
            </a:extLst>
          </p:cNvPr>
          <p:cNvGrpSpPr/>
          <p:nvPr/>
        </p:nvGrpSpPr>
        <p:grpSpPr>
          <a:xfrm>
            <a:off x="8492183" y="957112"/>
            <a:ext cx="957027" cy="735818"/>
            <a:chOff x="2706825" y="951316"/>
            <a:chExt cx="957027" cy="735818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7F1CA948-E30F-344A-B2C5-24FEE15B0662}"/>
                </a:ext>
              </a:extLst>
            </p:cNvPr>
            <p:cNvSpPr/>
            <p:nvPr/>
          </p:nvSpPr>
          <p:spPr>
            <a:xfrm>
              <a:off x="2780730" y="1271636"/>
              <a:ext cx="809216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50" dirty="0">
                  <a:ea typeface="Proxima Nova" charset="0"/>
                  <a:cs typeface="Proxima Nova" charset="0"/>
                </a:rPr>
                <a:t>Grace Period</a:t>
              </a:r>
              <a:endParaRPr lang="en-US" sz="1050" dirty="0"/>
            </a:p>
          </p:txBody>
        </p:sp>
        <p:sp>
          <p:nvSpPr>
            <p:cNvPr id="235" name="Right Brace 234">
              <a:extLst>
                <a:ext uri="{FF2B5EF4-FFF2-40B4-BE49-F238E27FC236}">
                  <a16:creationId xmlns:a16="http://schemas.microsoft.com/office/drawing/2014/main" id="{B171422F-F6F5-214C-B0EE-24D292EB62BB}"/>
                </a:ext>
              </a:extLst>
            </p:cNvPr>
            <p:cNvSpPr/>
            <p:nvPr/>
          </p:nvSpPr>
          <p:spPr>
            <a:xfrm rot="5400000">
              <a:off x="3039112" y="619029"/>
              <a:ext cx="292453" cy="95702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52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2C908F8-EA2C-F84D-B358-AB3B27DAF9E9}"/>
              </a:ext>
            </a:extLst>
          </p:cNvPr>
          <p:cNvSpPr/>
          <p:nvPr/>
        </p:nvSpPr>
        <p:spPr>
          <a:xfrm>
            <a:off x="3214838" y="1241659"/>
            <a:ext cx="5669279" cy="52072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Safe w/ assigned CPM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27626-CC2B-C34B-876C-037E0105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AF8E-FDD9-D749-9BB5-653BA8DA886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58A881-8851-2941-96FF-0C3F09AD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Accounts Object Model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3E241A-EA06-C14D-A47D-6D392834553B}"/>
              </a:ext>
            </a:extLst>
          </p:cNvPr>
          <p:cNvSpPr/>
          <p:nvPr/>
        </p:nvSpPr>
        <p:spPr>
          <a:xfrm>
            <a:off x="4092327" y="2010091"/>
            <a:ext cx="4144162" cy="34814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Rotational Group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A3F3DA-6F39-244E-8AC2-3148720D5FC7}"/>
              </a:ext>
            </a:extLst>
          </p:cNvPr>
          <p:cNvSpPr/>
          <p:nvPr/>
        </p:nvSpPr>
        <p:spPr>
          <a:xfrm>
            <a:off x="8884117" y="1487900"/>
            <a:ext cx="2402365" cy="18259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Rotational Group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Platform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9DAAEF-BDEE-9249-A773-2026B97047B8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 flipV="1">
            <a:off x="2732983" y="3386809"/>
            <a:ext cx="2664626" cy="357819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88D3FD-05D8-8C4C-9101-E8824BFBAEFB}"/>
              </a:ext>
            </a:extLst>
          </p:cNvPr>
          <p:cNvCxnSpPr>
            <a:cxnSpLocks/>
            <a:stCxn id="21" idx="3"/>
            <a:endCxn id="14" idx="1"/>
          </p:cNvCxnSpPr>
          <p:nvPr/>
        </p:nvCxnSpPr>
        <p:spPr>
          <a:xfrm>
            <a:off x="2732983" y="3744628"/>
            <a:ext cx="2670930" cy="1035825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F47C1-B183-EA4A-9520-2974B0D2386D}"/>
              </a:ext>
            </a:extLst>
          </p:cNvPr>
          <p:cNvSpPr/>
          <p:nvPr/>
        </p:nvSpPr>
        <p:spPr>
          <a:xfrm>
            <a:off x="5403913" y="4193312"/>
            <a:ext cx="1384173" cy="1174282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Account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1CCEAB-D266-EB4C-9E19-4763CE15A42D}"/>
              </a:ext>
            </a:extLst>
          </p:cNvPr>
          <p:cNvSpPr/>
          <p:nvPr/>
        </p:nvSpPr>
        <p:spPr>
          <a:xfrm>
            <a:off x="5397609" y="2799668"/>
            <a:ext cx="1384173" cy="1174282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Account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1559D0-2B3A-D54E-8DCC-597D1467C492}"/>
              </a:ext>
            </a:extLst>
          </p:cNvPr>
          <p:cNvSpPr/>
          <p:nvPr/>
        </p:nvSpPr>
        <p:spPr>
          <a:xfrm>
            <a:off x="259882" y="1656346"/>
            <a:ext cx="2473101" cy="4176563"/>
          </a:xfrm>
          <a:prstGeom prst="rect">
            <a:avLst/>
          </a:prstGeom>
          <a:solidFill>
            <a:schemeClr val="accent2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/>
              <a:t>Target Account Platform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marL="230188" indent="-106363"/>
            <a:r>
              <a:rPr lang="en-US" sz="1200" dirty="0" err="1"/>
              <a:t>BasePlatform.xml</a:t>
            </a:r>
            <a:r>
              <a:rPr lang="en-US" sz="1200" dirty="0"/>
              <a:t> with 3 new properties:</a:t>
            </a:r>
          </a:p>
          <a:p>
            <a:pPr marL="230188" indent="-106363">
              <a:buFont typeface="Arial" panose="020B0604020202020204" pitchFamily="34" charset="0"/>
              <a:buChar char="•"/>
            </a:pPr>
            <a:r>
              <a:rPr lang="en-US" sz="1200" dirty="0"/>
              <a:t>&lt;</a:t>
            </a:r>
            <a:r>
              <a:rPr lang="en-US" sz="1200" dirty="0" err="1"/>
              <a:t>VirtualUserName</a:t>
            </a:r>
            <a:r>
              <a:rPr lang="en-US" sz="1200" dirty="0"/>
              <a:t>&gt;</a:t>
            </a:r>
          </a:p>
          <a:p>
            <a:pPr marL="230188" indent="-106363">
              <a:buFont typeface="Arial" panose="020B0604020202020204" pitchFamily="34" charset="0"/>
              <a:buChar char="•"/>
            </a:pPr>
            <a:r>
              <a:rPr lang="en-US" sz="1200" dirty="0"/>
              <a:t>&lt;Index&gt;</a:t>
            </a:r>
          </a:p>
          <a:p>
            <a:pPr marL="230188" indent="-106363">
              <a:buFont typeface="Arial" panose="020B0604020202020204" pitchFamily="34" charset="0"/>
              <a:buChar char="•"/>
            </a:pPr>
            <a:r>
              <a:rPr lang="en-US" sz="1200" dirty="0"/>
              <a:t>&lt;</a:t>
            </a:r>
            <a:r>
              <a:rPr lang="en-US" sz="1200" dirty="0" err="1"/>
              <a:t>DualAccountStatus</a:t>
            </a:r>
            <a:r>
              <a:rPr lang="en-US" sz="1200" dirty="0"/>
              <a:t>&gt;</a:t>
            </a:r>
          </a:p>
          <a:p>
            <a:pPr marL="230188" indent="-10636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30188" indent="-10636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30188" indent="-106363">
              <a:buFont typeface="Arial" panose="020B0604020202020204" pitchFamily="34" charset="0"/>
              <a:buChar char="•"/>
            </a:pPr>
            <a:r>
              <a:rPr lang="en-US" sz="1200" dirty="0" err="1"/>
              <a:t>BasePlatform.ini</a:t>
            </a:r>
            <a:r>
              <a:rPr lang="en-US" sz="1200"/>
              <a:t> win</a:t>
            </a:r>
            <a:endParaRPr lang="en-US" sz="1200" dirty="0"/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391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5">
      <a:dk1>
        <a:srgbClr val="2E3844"/>
      </a:dk1>
      <a:lt1>
        <a:srgbClr val="FFFFFF"/>
      </a:lt1>
      <a:dk2>
        <a:srgbClr val="003059"/>
      </a:dk2>
      <a:lt2>
        <a:srgbClr val="ECF3F3"/>
      </a:lt2>
      <a:accent1>
        <a:srgbClr val="01599F"/>
      </a:accent1>
      <a:accent2>
        <a:srgbClr val="95B6DA"/>
      </a:accent2>
      <a:accent3>
        <a:srgbClr val="31D0FD"/>
      </a:accent3>
      <a:accent4>
        <a:srgbClr val="0371FF"/>
      </a:accent4>
      <a:accent5>
        <a:srgbClr val="23D9B8"/>
      </a:accent5>
      <a:accent6>
        <a:srgbClr val="6340DA"/>
      </a:accent6>
      <a:hlink>
        <a:srgbClr val="00A0FF"/>
      </a:hlink>
      <a:folHlink>
        <a:srgbClr val="6E88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yberArk_CorporateTemplate_051721" id="{A8049EF4-EC60-064A-8C6C-57310ED431F0}" vid="{83311F11-B400-384E-B9E7-13F8187407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sPresentation xmlns="060e2ab8-df21-4fa9-8bfd-7662923906d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589E8C16F631429842D409B41FDC75" ma:contentTypeVersion="13" ma:contentTypeDescription="Create a new document." ma:contentTypeScope="" ma:versionID="5576bc13293f913f6f7d5a0522aee751">
  <xsd:schema xmlns:xsd="http://www.w3.org/2001/XMLSchema" xmlns:xs="http://www.w3.org/2001/XMLSchema" xmlns:p="http://schemas.microsoft.com/office/2006/metadata/properties" xmlns:ns2="060e2ab8-df21-4fa9-8bfd-7662923906d3" xmlns:ns3="696952f3-bcec-41c2-a57e-2c883055eb91" targetNamespace="http://schemas.microsoft.com/office/2006/metadata/properties" ma:root="true" ma:fieldsID="4598bd51fd561d315a99c6a96e94c391" ns2:_="" ns3:_="">
    <xsd:import namespace="060e2ab8-df21-4fa9-8bfd-7662923906d3"/>
    <xsd:import namespace="696952f3-bcec-41c2-a57e-2c883055eb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SEsPresent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e2ab8-df21-4fa9-8bfd-76629239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SEsPresentation" ma:index="10" nillable="true" ma:displayName="SE's Presentation" ma:description="Name of the SE who uses this presentation" ma:format="Dropdown" ma:internalName="SEsPresentation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952f3-bcec-41c2-a57e-2c883055eb9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2E026A-A33B-42EC-8B75-C574BED8D3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CF31E7-D442-4961-845E-9629DAD288FE}">
  <ds:schemaRefs>
    <ds:schemaRef ds:uri="http://purl.org/dc/elements/1.1/"/>
    <ds:schemaRef ds:uri="060e2ab8-df21-4fa9-8bfd-7662923906d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696952f3-bcec-41c2-a57e-2c883055eb9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6256524-E871-462B-AFBD-DDFD8CDDA0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0e2ab8-df21-4fa9-8bfd-7662923906d3"/>
    <ds:schemaRef ds:uri="696952f3-bcec-41c2-a57e-2c883055eb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c5c35ed-5102-4908-9a31-244d3e0134c6}" enabled="0" method="" siteId="{dc5c35ed-5102-4908-9a31-244d3e0134c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4704</TotalTime>
  <Words>155</Words>
  <Application>Microsoft Macintosh PowerPoint</Application>
  <PresentationFormat>Widescreen</PresentationFormat>
  <Paragraphs>99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Roboto Lt</vt:lpstr>
      <vt:lpstr>Roboto Th</vt:lpstr>
      <vt:lpstr>System Font Regular</vt:lpstr>
      <vt:lpstr>Office Theme</vt:lpstr>
      <vt:lpstr>PowerPoint Presentation</vt:lpstr>
      <vt:lpstr>Password change management w/ dual accounts</vt:lpstr>
      <vt:lpstr>Dual Accounts Object Model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Jody Hunt</cp:lastModifiedBy>
  <cp:revision>18</cp:revision>
  <dcterms:created xsi:type="dcterms:W3CDTF">2021-05-16T19:49:28Z</dcterms:created>
  <dcterms:modified xsi:type="dcterms:W3CDTF">2023-08-16T18:21:07Z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0x0101007E589E8C16F631429842D409B41FDC75</vt:lpwstr>
  </property>
</Properties>
</file>